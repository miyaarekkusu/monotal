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32" d="100"/>
          <a:sy n="32" d="100"/>
        </p:scale>
        <p:origin x="58" y="8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 JR" userId="88887e35952a7659" providerId="LiveId" clId="{98974A2C-BA84-4714-B2BB-9BDE703F2108}"/>
    <pc:docChg chg="modSld">
      <pc:chgData name="Alex JR" userId="88887e35952a7659" providerId="LiveId" clId="{98974A2C-BA84-4714-B2BB-9BDE703F2108}" dt="2025-06-30T00:43:53.941" v="16" actId="20577"/>
      <pc:docMkLst>
        <pc:docMk/>
      </pc:docMkLst>
      <pc:sldChg chg="modSp mod">
        <pc:chgData name="Alex JR" userId="88887e35952a7659" providerId="LiveId" clId="{98974A2C-BA84-4714-B2BB-9BDE703F2108}" dt="2025-06-30T00:43:53.941" v="16" actId="20577"/>
        <pc:sldMkLst>
          <pc:docMk/>
          <pc:sldMk cId="1778147611" sldId="256"/>
        </pc:sldMkLst>
        <pc:spChg chg="mod">
          <ac:chgData name="Alex JR" userId="88887e35952a7659" providerId="LiveId" clId="{98974A2C-BA84-4714-B2BB-9BDE703F2108}" dt="2025-06-30T00:43:53.941" v="16" actId="20577"/>
          <ac:spMkLst>
            <pc:docMk/>
            <pc:sldMk cId="1778147611" sldId="256"/>
            <ac:spMk id="2" creationId="{1505F7F9-57D5-F7D8-6261-2245D5882CB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3AFDD5-B0BA-0B5F-A2A8-4C08486320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BEC9D21-6CA6-BC38-D3CB-B361486889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1230862-5109-C10B-F823-EAFEB1E48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163E2-073F-4B14-9686-EA66873C0C0E}" type="datetimeFigureOut">
              <a:rPr kumimoji="1" lang="ja-JP" altLang="en-US" smtClean="0"/>
              <a:t>2025/6/30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DF61A23-98D8-0B97-616B-039E8564D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9776667-E23B-6BC9-36E0-FC3A750DF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384A6-8C2C-4594-A882-2DB50BBFCA9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6684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521100A-F890-275F-73D0-96FC3D23D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03AFC2E-FF15-CF18-AEFD-44EC7C5E9B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5B40577-809D-6199-606C-6332EA107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163E2-073F-4B14-9686-EA66873C0C0E}" type="datetimeFigureOut">
              <a:rPr kumimoji="1" lang="ja-JP" altLang="en-US" smtClean="0"/>
              <a:t>2025/6/30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3AA07A4-3893-29C9-574B-556DB8344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FE501E2-7BE8-EDAE-F4DE-DB5B5B4EA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384A6-8C2C-4594-A882-2DB50BBFCA9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58053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C049F29-258F-3B79-D675-78FA32D35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7294E85-E560-DB4D-B063-5A3830CAB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065E83D-38F6-A303-C1C0-0051F44BF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163E2-073F-4B14-9686-EA66873C0C0E}" type="datetimeFigureOut">
              <a:rPr kumimoji="1" lang="ja-JP" altLang="en-US" smtClean="0"/>
              <a:t>2025/6/30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038FA90-5F31-6A5B-97FC-770B402D1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82B1E70-F94A-895D-2EAC-B5B9AA8C3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384A6-8C2C-4594-A882-2DB50BBFCA9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2241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D9CE03-74E7-04F5-8E47-55A35E0AD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FEDC2C4-54CD-6D11-8E39-A4059D03AA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B8A8D74-2230-27D4-AAE6-A7411E4B39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A1235B4-1DD3-2D9F-4214-1ACA05886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163E2-073F-4B14-9686-EA66873C0C0E}" type="datetimeFigureOut">
              <a:rPr kumimoji="1" lang="ja-JP" altLang="en-US" smtClean="0"/>
              <a:t>2025/6/30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E14FB10-2B6A-2E64-CEF3-147A1F9D5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F6EB673-ED2F-2308-356A-4309AC0D0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384A6-8C2C-4594-A882-2DB50BBFCA9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5417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C1A6C01-181D-9C38-AA21-8743B9474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27ADDA4-2A48-0C53-9899-0B4D8020DE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B1C181F-5EBF-B21D-57F7-9AE3C740E5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AEF9501-0D6D-F245-5EF5-2A1D92C365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C448D11-1632-DA53-7D31-03F9D55828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39C5728-8CBC-DD1A-EBFB-58434B03E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163E2-073F-4B14-9686-EA66873C0C0E}" type="datetimeFigureOut">
              <a:rPr kumimoji="1" lang="ja-JP" altLang="en-US" smtClean="0"/>
              <a:t>2025/6/30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A475B78B-66AB-1A0F-88BF-ADE7C80DB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0690B93-8FDC-B0BC-B80E-64B367A63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384A6-8C2C-4594-A882-2DB50BBFCA9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9977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C775462-065F-4023-781B-519D824A8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3764AE5-1332-ACCF-DB6D-E4E8439F1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163E2-073F-4B14-9686-EA66873C0C0E}" type="datetimeFigureOut">
              <a:rPr kumimoji="1" lang="ja-JP" altLang="en-US" smtClean="0"/>
              <a:t>2025/6/30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5CA84F7-C861-621A-78CE-DA423AF9B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CD90C8C-DFB6-6C81-45F8-0F8B5A7DE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384A6-8C2C-4594-A882-2DB50BBFCA9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32287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EA8B3F3-8565-5A65-978A-9DC0946F7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163E2-073F-4B14-9686-EA66873C0C0E}" type="datetimeFigureOut">
              <a:rPr kumimoji="1" lang="ja-JP" altLang="en-US" smtClean="0"/>
              <a:t>2025/6/30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D9588ED-75DC-22AB-2995-3848664F9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6CA6263-B18F-8B26-24B7-5E3F3B066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384A6-8C2C-4594-A882-2DB50BBFCA9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3074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ABDDFCC-068D-3E96-4857-098AA2F92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51030B7-0826-D712-C08E-572525C934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FF747A0-7D9C-BC69-415C-F1718F6117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E96C4D9-BFB8-D2CD-4B3D-BC33EA588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163E2-073F-4B14-9686-EA66873C0C0E}" type="datetimeFigureOut">
              <a:rPr kumimoji="1" lang="ja-JP" altLang="en-US" smtClean="0"/>
              <a:t>2025/6/30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200470C-56B7-C1C8-9864-16C238218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BB52730-823F-07E1-8304-3775B364A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384A6-8C2C-4594-A882-2DB50BBFCA9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344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D96347D-BA05-2690-0744-EDC98C0A0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506A652-4F7E-57DF-0FCA-2ED58B6A36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0FA9EBF-2920-BD7C-FF52-16A005437D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DB822AF-FA55-91D7-BEAB-8ECAA18D4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163E2-073F-4B14-9686-EA66873C0C0E}" type="datetimeFigureOut">
              <a:rPr kumimoji="1" lang="ja-JP" altLang="en-US" smtClean="0"/>
              <a:t>2025/6/30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709A01B-9E7A-2255-0300-905A9EA1D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74DD960-000F-7A45-6D71-A68C9337F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384A6-8C2C-4594-A882-2DB50BBFCA9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1686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97A4DD-2F44-4C05-3B15-43B70E919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4610F26-77FC-B9A5-226B-AB38755B64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FE8524E-A91D-FA87-8C7B-441124353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163E2-073F-4B14-9686-EA66873C0C0E}" type="datetimeFigureOut">
              <a:rPr kumimoji="1" lang="ja-JP" altLang="en-US" smtClean="0"/>
              <a:t>2025/6/30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88383C9-FA16-63D9-55A7-D90155434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B0D87BF-0166-8F53-779F-D165958A4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384A6-8C2C-4594-A882-2DB50BBFCA9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7483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97B7DDE2-BF63-5F95-1182-083DC85C11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DC6E86C-0EF9-7224-5CE3-E43F678A16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E25E026-344B-3DA2-A22E-1508A7346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163E2-073F-4B14-9686-EA66873C0C0E}" type="datetimeFigureOut">
              <a:rPr kumimoji="1" lang="ja-JP" altLang="en-US" smtClean="0"/>
              <a:t>2025/6/30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8282A1F-2D19-A622-228D-E95E9BAB7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6351CB2-D56F-9E02-C090-9FFBF33E8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384A6-8C2C-4594-A882-2DB50BBFCA9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37253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38CD617-BE39-DFCC-BE5F-81B291ECF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CFC0E8B-0B7B-045C-8F7D-A42C8D845B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93C315A-6C83-32D3-836D-F7B880A708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2163E2-073F-4B14-9686-EA66873C0C0E}" type="datetimeFigureOut">
              <a:rPr kumimoji="1" lang="ja-JP" altLang="en-US" smtClean="0"/>
              <a:t>2025/6/30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6483842-94E8-976A-CCE7-88B4098486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F624EA0-8062-BBF0-A83C-A20E61D6B6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7384A6-8C2C-4594-A882-2DB50BBFCA9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48320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505F7F9-57D5-F7D8-6261-2245D5882C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/>
              <a:t>モノ</a:t>
            </a:r>
            <a:r>
              <a:rPr lang="ja-JP" altLang="en-US"/>
              <a:t>タル</a:t>
            </a:r>
            <a:r>
              <a:rPr kumimoji="1" lang="ja-JP" altLang="en-US"/>
              <a:t>企画書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120A8B2-8684-719B-25E9-37CC44D6EA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781476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</Words>
  <Application>Microsoft Office PowerPoint</Application>
  <PresentationFormat>ワイド画面</PresentationFormat>
  <Paragraphs>1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モノタル企画書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 JR</dc:creator>
  <cp:lastModifiedBy>Alex JR</cp:lastModifiedBy>
  <cp:revision>1</cp:revision>
  <dcterms:created xsi:type="dcterms:W3CDTF">2025-06-30T00:39:23Z</dcterms:created>
  <dcterms:modified xsi:type="dcterms:W3CDTF">2025-06-30T00:43:55Z</dcterms:modified>
</cp:coreProperties>
</file>