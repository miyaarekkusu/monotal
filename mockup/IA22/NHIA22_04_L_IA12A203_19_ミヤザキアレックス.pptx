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5" r:id="rId3"/>
    <p:sldId id="276" r:id="rId4"/>
    <p:sldId id="283" r:id="rId5"/>
    <p:sldId id="284" r:id="rId6"/>
    <p:sldId id="285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B54706-EEC8-FA26-E5F3-D40F3BDF41D3}" v="2" dt="2025-06-30T00:52:37.516"/>
    <p1510:client id="{068C0C66-F10C-4DC6-31D7-69496A77A07D}" v="1" dt="2025-06-30T01:03:07.344"/>
    <p1510:client id="{1A185333-E4C7-C0BD-FB4D-7F8E205F59EC}" v="2" dt="2025-06-30T06:50:04.990"/>
    <p1510:client id="{1C3CE431-0B4F-47D0-F644-3EABC732FC34}" v="226" dt="2025-06-30T06:33:14.137"/>
    <p1510:client id="{20F9158B-D8CB-AEC9-199B-73FE89FED78A}" v="38" dt="2025-06-30T05:38:09.029"/>
    <p1510:client id="{27D23E3A-EAF4-C494-3847-EE295F4D2466}" v="85" dt="2025-06-30T07:23:54.675"/>
    <p1510:client id="{383249A2-78B5-7375-2233-97BD7B147474}" v="5" dt="2025-06-30T06:24:55.144"/>
    <p1510:client id="{45099261-1CAD-785C-92C5-BACF0984E775}" v="1" dt="2025-06-30T04:50:46.531"/>
    <p1510:client id="{65EF789D-3385-DDEC-C9BC-40A280A74F89}" v="25" dt="2025-06-30T07:29:27.026"/>
    <p1510:client id="{792B824B-27AD-12D7-E3C3-BED291E7E41F}" v="246" dt="2025-06-30T07:24:14.717"/>
    <p1510:client id="{7BC78306-393C-7DF3-D19E-8ACDCC5DDA06}" v="8" dt="2025-06-30T00:49:05.781"/>
    <p1510:client id="{80567DE0-4F4E-DBC0-2D8D-FF1293581379}" v="156" dt="2025-06-30T05:14:58.853"/>
    <p1510:client id="{823A2922-41C1-6FCF-6E8C-BE3D65DFA631}" v="1" dt="2025-06-30T10:19:08.103"/>
    <p1510:client id="{D316ACA9-A90C-9D04-665B-DC8B30EA1B12}" v="13" dt="2025-06-30T05:49:41.042"/>
    <p1510:client id="{D6AFF26A-B1B9-529E-4C2F-5358C9FCEC8D}" v="63" dt="2025-06-30T07:26:05.495"/>
    <p1510:client id="{E4201282-FD93-6EB1-49DF-9B527C1B84E0}" v="1" dt="2025-06-30T04:53:33.579"/>
    <p1510:client id="{FE830B66-F490-ACF2-8B8B-EA3A31447B6C}" v="15" dt="2025-06-30T10:17:37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3" d="100"/>
          <a:sy n="73" d="100"/>
        </p:scale>
        <p:origin x="104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IA12A20301 足和瑞輝" userId="S::nhs40506@nhs.hal.ac.jp::84b71d77-0890-4b7d-9d66-b8abebb9cc49" providerId="AD" clId="Web-{27D23E3A-EAF4-C494-3847-EE295F4D2466}"/>
    <pc:docChg chg="delSld modSld">
      <pc:chgData name="NHIA12A20301 足和瑞輝" userId="S::nhs40506@nhs.hal.ac.jp::84b71d77-0890-4b7d-9d66-b8abebb9cc49" providerId="AD" clId="Web-{27D23E3A-EAF4-C494-3847-EE295F4D2466}" dt="2025-06-30T07:23:54.675" v="87" actId="20577"/>
      <pc:docMkLst>
        <pc:docMk/>
      </pc:docMkLst>
      <pc:sldChg chg="addSp delSp modSp">
        <pc:chgData name="NHIA12A20301 足和瑞輝" userId="S::nhs40506@nhs.hal.ac.jp::84b71d77-0890-4b7d-9d66-b8abebb9cc49" providerId="AD" clId="Web-{27D23E3A-EAF4-C494-3847-EE295F4D2466}" dt="2025-06-30T07:13:20.222" v="80"/>
        <pc:sldMkLst>
          <pc:docMk/>
          <pc:sldMk cId="3464704983" sldId="270"/>
        </pc:sldMkLst>
        <pc:spChg chg="mod">
          <ac:chgData name="NHIA12A20301 足和瑞輝" userId="S::nhs40506@nhs.hal.ac.jp::84b71d77-0890-4b7d-9d66-b8abebb9cc49" providerId="AD" clId="Web-{27D23E3A-EAF4-C494-3847-EE295F4D2466}" dt="2025-06-30T06:27:21.188" v="30" actId="20577"/>
          <ac:spMkLst>
            <pc:docMk/>
            <pc:sldMk cId="3464704983" sldId="270"/>
            <ac:spMk id="2" creationId="{EBC98CDD-CDB4-4C24-9C88-F28B9CF51DC0}"/>
          </ac:spMkLst>
        </pc:spChg>
        <pc:spChg chg="mod">
          <ac:chgData name="NHIA12A20301 足和瑞輝" userId="S::nhs40506@nhs.hal.ac.jp::84b71d77-0890-4b7d-9d66-b8abebb9cc49" providerId="AD" clId="Web-{27D23E3A-EAF4-C494-3847-EE295F4D2466}" dt="2025-06-30T06:27:59.095" v="34" actId="20577"/>
          <ac:spMkLst>
            <pc:docMk/>
            <pc:sldMk cId="3464704983" sldId="270"/>
            <ac:spMk id="4" creationId="{C24B367D-56C0-4AF2-9544-44537F85F7FB}"/>
          </ac:spMkLst>
        </pc:spChg>
        <pc:spChg chg="mod">
          <ac:chgData name="NHIA12A20301 足和瑞輝" userId="S::nhs40506@nhs.hal.ac.jp::84b71d77-0890-4b7d-9d66-b8abebb9cc49" providerId="AD" clId="Web-{27D23E3A-EAF4-C494-3847-EE295F4D2466}" dt="2025-06-30T06:27:52.111" v="33" actId="20577"/>
          <ac:spMkLst>
            <pc:docMk/>
            <pc:sldMk cId="3464704983" sldId="270"/>
            <ac:spMk id="5" creationId="{77E6C9DE-7CCE-4CC3-86E9-F85EC172013B}"/>
          </ac:spMkLst>
        </pc:spChg>
        <pc:spChg chg="mod">
          <ac:chgData name="NHIA12A20301 足和瑞輝" userId="S::nhs40506@nhs.hal.ac.jp::84b71d77-0890-4b7d-9d66-b8abebb9cc49" providerId="AD" clId="Web-{27D23E3A-EAF4-C494-3847-EE295F4D2466}" dt="2025-06-30T06:27:31.610" v="31" actId="20577"/>
          <ac:spMkLst>
            <pc:docMk/>
            <pc:sldMk cId="3464704983" sldId="270"/>
            <ac:spMk id="6" creationId="{5CB50078-CDA0-449C-935E-A3E03BDBF87F}"/>
          </ac:spMkLst>
        </pc:spChg>
        <pc:spChg chg="mod">
          <ac:chgData name="NHIA12A20301 足和瑞輝" userId="S::nhs40506@nhs.hal.ac.jp::84b71d77-0890-4b7d-9d66-b8abebb9cc49" providerId="AD" clId="Web-{27D23E3A-EAF4-C494-3847-EE295F4D2466}" dt="2025-06-30T06:27:40.361" v="32" actId="20577"/>
          <ac:spMkLst>
            <pc:docMk/>
            <pc:sldMk cId="3464704983" sldId="270"/>
            <ac:spMk id="7" creationId="{6C45F246-FC7D-4890-B6BB-2FE688BA8EEE}"/>
          </ac:spMkLst>
        </pc:spChg>
        <pc:picChg chg="del mod">
          <ac:chgData name="NHIA12A20301 足和瑞輝" userId="S::nhs40506@nhs.hal.ac.jp::84b71d77-0890-4b7d-9d66-b8abebb9cc49" providerId="AD" clId="Web-{27D23E3A-EAF4-C494-3847-EE295F4D2466}" dt="2025-06-30T07:13:20.222" v="80"/>
          <ac:picMkLst>
            <pc:docMk/>
            <pc:sldMk cId="3464704983" sldId="270"/>
            <ac:picMk id="8" creationId="{8891A60D-039D-4377-AE35-D1B9EB676E45}"/>
          </ac:picMkLst>
        </pc:picChg>
        <pc:picChg chg="add del mod">
          <ac:chgData name="NHIA12A20301 足和瑞輝" userId="S::nhs40506@nhs.hal.ac.jp::84b71d77-0890-4b7d-9d66-b8abebb9cc49" providerId="AD" clId="Web-{27D23E3A-EAF4-C494-3847-EE295F4D2466}" dt="2025-06-30T06:52:35.084" v="46" actId="1076"/>
          <ac:picMkLst>
            <pc:docMk/>
            <pc:sldMk cId="3464704983" sldId="270"/>
            <ac:picMk id="9" creationId="{E785182E-0EA4-4F82-8714-409843EA58C4}"/>
          </ac:picMkLst>
        </pc:picChg>
        <pc:picChg chg="add del mod">
          <ac:chgData name="NHIA12A20301 足和瑞輝" userId="S::nhs40506@nhs.hal.ac.jp::84b71d77-0890-4b7d-9d66-b8abebb9cc49" providerId="AD" clId="Web-{27D23E3A-EAF4-C494-3847-EE295F4D2466}" dt="2025-06-30T07:11:21.688" v="79" actId="14100"/>
          <ac:picMkLst>
            <pc:docMk/>
            <pc:sldMk cId="3464704983" sldId="270"/>
            <ac:picMk id="10" creationId="{33DCC954-B56F-4738-9AB9-2F866972C7C2}"/>
          </ac:picMkLst>
        </pc:picChg>
        <pc:picChg chg="add del mod">
          <ac:chgData name="NHIA12A20301 足和瑞輝" userId="S::nhs40506@nhs.hal.ac.jp::84b71d77-0890-4b7d-9d66-b8abebb9cc49" providerId="AD" clId="Web-{27D23E3A-EAF4-C494-3847-EE295F4D2466}" dt="2025-06-30T06:59:18.531" v="73" actId="14100"/>
          <ac:picMkLst>
            <pc:docMk/>
            <pc:sldMk cId="3464704983" sldId="270"/>
            <ac:picMk id="11" creationId="{0DFBC7CF-9B39-4509-9322-329E6854B842}"/>
          </ac:picMkLst>
        </pc:picChg>
        <pc:picChg chg="mod">
          <ac:chgData name="NHIA12A20301 足和瑞輝" userId="S::nhs40506@nhs.hal.ac.jp::84b71d77-0890-4b7d-9d66-b8abebb9cc49" providerId="AD" clId="Web-{27D23E3A-EAF4-C494-3847-EE295F4D2466}" dt="2025-06-30T06:55:14.556" v="51" actId="1076"/>
          <ac:picMkLst>
            <pc:docMk/>
            <pc:sldMk cId="3464704983" sldId="270"/>
            <ac:picMk id="12" creationId="{5AB4D003-2DC4-4823-94F6-3223A84250F6}"/>
          </ac:picMkLst>
        </pc:picChg>
        <pc:picChg chg="mod">
          <ac:chgData name="NHIA12A20301 足和瑞輝" userId="S::nhs40506@nhs.hal.ac.jp::84b71d77-0890-4b7d-9d66-b8abebb9cc49" providerId="AD" clId="Web-{27D23E3A-EAF4-C494-3847-EE295F4D2466}" dt="2025-06-30T06:57:49.482" v="66" actId="1076"/>
          <ac:picMkLst>
            <pc:docMk/>
            <pc:sldMk cId="3464704983" sldId="270"/>
            <ac:picMk id="13" creationId="{A7EA7E67-5346-4F39-9396-6EBD95C84CE9}"/>
          </ac:picMkLst>
        </pc:picChg>
      </pc:sldChg>
      <pc:sldChg chg="del">
        <pc:chgData name="NHIA12A20301 足和瑞輝" userId="S::nhs40506@nhs.hal.ac.jp::84b71d77-0890-4b7d-9d66-b8abebb9cc49" providerId="AD" clId="Web-{27D23E3A-EAF4-C494-3847-EE295F4D2466}" dt="2025-06-30T06:25:52.202" v="0"/>
        <pc:sldMkLst>
          <pc:docMk/>
          <pc:sldMk cId="2539360613" sldId="279"/>
        </pc:sldMkLst>
      </pc:sldChg>
      <pc:sldChg chg="modSp">
        <pc:chgData name="NHIA12A20301 足和瑞輝" userId="S::nhs40506@nhs.hal.ac.jp::84b71d77-0890-4b7d-9d66-b8abebb9cc49" providerId="AD" clId="Web-{27D23E3A-EAF4-C494-3847-EE295F4D2466}" dt="2025-06-30T07:23:54.675" v="87" actId="20577"/>
        <pc:sldMkLst>
          <pc:docMk/>
          <pc:sldMk cId="4208037846" sldId="279"/>
        </pc:sldMkLst>
        <pc:spChg chg="mod">
          <ac:chgData name="NHIA12A20301 足和瑞輝" userId="S::nhs40506@nhs.hal.ac.jp::84b71d77-0890-4b7d-9d66-b8abebb9cc49" providerId="AD" clId="Web-{27D23E3A-EAF4-C494-3847-EE295F4D2466}" dt="2025-06-30T07:23:41.347" v="85" actId="20577"/>
          <ac:spMkLst>
            <pc:docMk/>
            <pc:sldMk cId="4208037846" sldId="279"/>
            <ac:spMk id="3" creationId="{02EC7ABF-E2AA-DBE6-79C5-B82C0A0AF83A}"/>
          </ac:spMkLst>
        </pc:spChg>
        <pc:spChg chg="mod">
          <ac:chgData name="NHIA12A20301 足和瑞輝" userId="S::nhs40506@nhs.hal.ac.jp::84b71d77-0890-4b7d-9d66-b8abebb9cc49" providerId="AD" clId="Web-{27D23E3A-EAF4-C494-3847-EE295F4D2466}" dt="2025-06-30T07:23:54.675" v="87" actId="20577"/>
          <ac:spMkLst>
            <pc:docMk/>
            <pc:sldMk cId="4208037846" sldId="279"/>
            <ac:spMk id="6" creationId="{34D678B6-3AEF-0044-DF68-E34B6DBE5B52}"/>
          </ac:spMkLst>
        </pc:spChg>
      </pc:sldChg>
    </pc:docChg>
  </pc:docChgLst>
  <pc:docChgLst>
    <pc:chgData name="NHIA12A20314 西田光汰" userId="S::nhs40514@nhs.hal.ac.jp::27dcaf59-1f68-4887-98d5-cd53efeae261" providerId="AD" clId="Web-{FE830B66-F490-ACF2-8B8B-EA3A31447B6C}"/>
    <pc:docChg chg="addSld modSld">
      <pc:chgData name="NHIA12A20314 西田光汰" userId="S::nhs40514@nhs.hal.ac.jp::27dcaf59-1f68-4887-98d5-cd53efeae261" providerId="AD" clId="Web-{FE830B66-F490-ACF2-8B8B-EA3A31447B6C}" dt="2025-06-30T10:17:35.950" v="10" actId="20577"/>
      <pc:docMkLst>
        <pc:docMk/>
      </pc:docMkLst>
      <pc:sldChg chg="modSp">
        <pc:chgData name="NHIA12A20314 西田光汰" userId="S::nhs40514@nhs.hal.ac.jp::27dcaf59-1f68-4887-98d5-cd53efeae261" providerId="AD" clId="Web-{FE830B66-F490-ACF2-8B8B-EA3A31447B6C}" dt="2025-06-30T10:16:31.088" v="1" actId="20577"/>
        <pc:sldMkLst>
          <pc:docMk/>
          <pc:sldMk cId="1778147611" sldId="256"/>
        </pc:sldMkLst>
        <pc:spChg chg="mod">
          <ac:chgData name="NHIA12A20314 西田光汰" userId="S::nhs40514@nhs.hal.ac.jp::27dcaf59-1f68-4887-98d5-cd53efeae261" providerId="AD" clId="Web-{FE830B66-F490-ACF2-8B8B-EA3A31447B6C}" dt="2025-06-30T10:16:31.088" v="1" actId="20577"/>
          <ac:spMkLst>
            <pc:docMk/>
            <pc:sldMk cId="1778147611" sldId="256"/>
            <ac:spMk id="5" creationId="{2A49E3FF-F8F2-FF2D-F95C-35C6AED23846}"/>
          </ac:spMkLst>
        </pc:spChg>
      </pc:sldChg>
      <pc:sldChg chg="addSp delSp modSp new">
        <pc:chgData name="NHIA12A20314 西田光汰" userId="S::nhs40514@nhs.hal.ac.jp::27dcaf59-1f68-4887-98d5-cd53efeae261" providerId="AD" clId="Web-{FE830B66-F490-ACF2-8B8B-EA3A31447B6C}" dt="2025-06-30T10:17:35.950" v="10" actId="20577"/>
        <pc:sldMkLst>
          <pc:docMk/>
          <pc:sldMk cId="2889600617" sldId="282"/>
        </pc:sldMkLst>
        <pc:spChg chg="del">
          <ac:chgData name="NHIA12A20314 西田光汰" userId="S::nhs40514@nhs.hal.ac.jp::27dcaf59-1f68-4887-98d5-cd53efeae261" providerId="AD" clId="Web-{FE830B66-F490-ACF2-8B8B-EA3A31447B6C}" dt="2025-06-30T10:17:22.918" v="3"/>
          <ac:spMkLst>
            <pc:docMk/>
            <pc:sldMk cId="2889600617" sldId="282"/>
            <ac:spMk id="2" creationId="{0E3D9518-A458-378B-6691-53B9DAE76FA8}"/>
          </ac:spMkLst>
        </pc:spChg>
        <pc:spChg chg="del">
          <ac:chgData name="NHIA12A20314 西田光汰" userId="S::nhs40514@nhs.hal.ac.jp::27dcaf59-1f68-4887-98d5-cd53efeae261" providerId="AD" clId="Web-{FE830B66-F490-ACF2-8B8B-EA3A31447B6C}" dt="2025-06-30T10:17:28.356" v="4"/>
          <ac:spMkLst>
            <pc:docMk/>
            <pc:sldMk cId="2889600617" sldId="282"/>
            <ac:spMk id="3" creationId="{EF13C639-9E84-CCA9-C121-11EEBEFBB55E}"/>
          </ac:spMkLst>
        </pc:spChg>
        <pc:spChg chg="add mod">
          <ac:chgData name="NHIA12A20314 西田光汰" userId="S::nhs40514@nhs.hal.ac.jp::27dcaf59-1f68-4887-98d5-cd53efeae261" providerId="AD" clId="Web-{FE830B66-F490-ACF2-8B8B-EA3A31447B6C}" dt="2025-06-30T10:17:35.950" v="10" actId="20577"/>
          <ac:spMkLst>
            <pc:docMk/>
            <pc:sldMk cId="2889600617" sldId="282"/>
            <ac:spMk id="5" creationId="{F2CB4006-94EB-9BDB-D83E-69CA5A70A2AC}"/>
          </ac:spMkLst>
        </pc:spChg>
      </pc:sldChg>
    </pc:docChg>
  </pc:docChgLst>
  <pc:docChgLst>
    <pc:chgData name="NHIA12A20319 ミヤザキマサハル" userId="S::nhs40315@nhs.hal.ac.jp::5ec3d969-2907-48bb-919e-4a32bdefdc66" providerId="AD" clId="Web-{1A185333-E4C7-C0BD-FB4D-7F8E205F59EC}"/>
    <pc:docChg chg="delSld modSld">
      <pc:chgData name="NHIA12A20319 ミヤザキマサハル" userId="S::nhs40315@nhs.hal.ac.jp::5ec3d969-2907-48bb-919e-4a32bdefdc66" providerId="AD" clId="Web-{1A185333-E4C7-C0BD-FB4D-7F8E205F59EC}" dt="2025-06-30T06:50:04.990" v="1" actId="20577"/>
      <pc:docMkLst>
        <pc:docMk/>
      </pc:docMkLst>
      <pc:sldChg chg="del">
        <pc:chgData name="NHIA12A20319 ミヤザキマサハル" userId="S::nhs40315@nhs.hal.ac.jp::5ec3d969-2907-48bb-919e-4a32bdefdc66" providerId="AD" clId="Web-{1A185333-E4C7-C0BD-FB4D-7F8E205F59EC}" dt="2025-06-30T06:49:57.177" v="0"/>
        <pc:sldMkLst>
          <pc:docMk/>
          <pc:sldMk cId="1229455177" sldId="259"/>
        </pc:sldMkLst>
      </pc:sldChg>
      <pc:sldChg chg="modSp">
        <pc:chgData name="NHIA12A20319 ミヤザキマサハル" userId="S::nhs40315@nhs.hal.ac.jp::5ec3d969-2907-48bb-919e-4a32bdefdc66" providerId="AD" clId="Web-{1A185333-E4C7-C0BD-FB4D-7F8E205F59EC}" dt="2025-06-30T06:50:04.990" v="1" actId="20577"/>
        <pc:sldMkLst>
          <pc:docMk/>
          <pc:sldMk cId="3562666581" sldId="278"/>
        </pc:sldMkLst>
        <pc:spChg chg="mod">
          <ac:chgData name="NHIA12A20319 ミヤザキマサハル" userId="S::nhs40315@nhs.hal.ac.jp::5ec3d969-2907-48bb-919e-4a32bdefdc66" providerId="AD" clId="Web-{1A185333-E4C7-C0BD-FB4D-7F8E205F59EC}" dt="2025-06-30T06:50:04.990" v="1" actId="20577"/>
          <ac:spMkLst>
            <pc:docMk/>
            <pc:sldMk cId="3562666581" sldId="278"/>
            <ac:spMk id="6" creationId="{20674A45-F78C-ABC5-D7F5-A555D5A1E14D}"/>
          </ac:spMkLst>
        </pc:spChg>
      </pc:sldChg>
    </pc:docChg>
  </pc:docChgLst>
  <pc:docChgLst>
    <pc:chgData name="NHIA12A20323 渡邊龍太郎" userId="S::nhs40323@nhs.hal.ac.jp::3343bfe4-73aa-4ed7-bba3-5bcfba4e3cc6" providerId="AD" clId="Web-{03B54706-EEC8-FA26-E5F3-D40F3BDF41D3}"/>
    <pc:docChg chg="modSld">
      <pc:chgData name="NHIA12A20323 渡邊龍太郎" userId="S::nhs40323@nhs.hal.ac.jp::3343bfe4-73aa-4ed7-bba3-5bcfba4e3cc6" providerId="AD" clId="Web-{03B54706-EEC8-FA26-E5F3-D40F3BDF41D3}" dt="2025-06-30T00:52:37.516" v="1" actId="20577"/>
      <pc:docMkLst>
        <pc:docMk/>
      </pc:docMkLst>
      <pc:sldChg chg="modSp">
        <pc:chgData name="NHIA12A20323 渡邊龍太郎" userId="S::nhs40323@nhs.hal.ac.jp::3343bfe4-73aa-4ed7-bba3-5bcfba4e3cc6" providerId="AD" clId="Web-{03B54706-EEC8-FA26-E5F3-D40F3BDF41D3}" dt="2025-06-30T00:52:37.516" v="1" actId="20577"/>
        <pc:sldMkLst>
          <pc:docMk/>
          <pc:sldMk cId="1778147611" sldId="256"/>
        </pc:sldMkLst>
        <pc:spChg chg="mod">
          <ac:chgData name="NHIA12A20323 渡邊龍太郎" userId="S::nhs40323@nhs.hal.ac.jp::3343bfe4-73aa-4ed7-bba3-5bcfba4e3cc6" providerId="AD" clId="Web-{03B54706-EEC8-FA26-E5F3-D40F3BDF41D3}" dt="2025-06-30T00:52:37.516" v="1" actId="20577"/>
          <ac:spMkLst>
            <pc:docMk/>
            <pc:sldMk cId="1778147611" sldId="256"/>
            <ac:spMk id="3" creationId="{2120A8B2-8684-719B-25E9-37CC44D6EA8A}"/>
          </ac:spMkLst>
        </pc:spChg>
      </pc:sldChg>
    </pc:docChg>
  </pc:docChgLst>
  <pc:docChgLst>
    <pc:chgData name="NHIA12A20314 西田光汰" userId="S::nhs40514@nhs.hal.ac.jp::27dcaf59-1f68-4887-98d5-cd53efeae261" providerId="AD" clId="Web-{7BC78306-393C-7DF3-D19E-8ACDCC5DDA06}"/>
    <pc:docChg chg="modSld">
      <pc:chgData name="NHIA12A20314 西田光汰" userId="S::nhs40514@nhs.hal.ac.jp::27dcaf59-1f68-4887-98d5-cd53efeae261" providerId="AD" clId="Web-{7BC78306-393C-7DF3-D19E-8ACDCC5DDA06}" dt="2025-06-30T00:49:05.781" v="7" actId="20577"/>
      <pc:docMkLst>
        <pc:docMk/>
      </pc:docMkLst>
      <pc:sldChg chg="modSp">
        <pc:chgData name="NHIA12A20314 西田光汰" userId="S::nhs40514@nhs.hal.ac.jp::27dcaf59-1f68-4887-98d5-cd53efeae261" providerId="AD" clId="Web-{7BC78306-393C-7DF3-D19E-8ACDCC5DDA06}" dt="2025-06-30T00:49:05.781" v="7" actId="20577"/>
        <pc:sldMkLst>
          <pc:docMk/>
          <pc:sldMk cId="1778147611" sldId="256"/>
        </pc:sldMkLst>
        <pc:spChg chg="mod">
          <ac:chgData name="NHIA12A20314 西田光汰" userId="S::nhs40514@nhs.hal.ac.jp::27dcaf59-1f68-4887-98d5-cd53efeae261" providerId="AD" clId="Web-{7BC78306-393C-7DF3-D19E-8ACDCC5DDA06}" dt="2025-06-30T00:49:05.781" v="7" actId="20577"/>
          <ac:spMkLst>
            <pc:docMk/>
            <pc:sldMk cId="1778147611" sldId="256"/>
            <ac:spMk id="3" creationId="{2120A8B2-8684-719B-25E9-37CC44D6EA8A}"/>
          </ac:spMkLst>
        </pc:spChg>
      </pc:sldChg>
    </pc:docChg>
  </pc:docChgLst>
  <pc:docChgLst>
    <pc:chgData name="Alex JR" userId="88887e35952a7659" providerId="LiveId" clId="{98974A2C-BA84-4714-B2BB-9BDE703F2108}"/>
    <pc:docChg chg="modSld">
      <pc:chgData name="Alex JR" userId="88887e35952a7659" providerId="LiveId" clId="{98974A2C-BA84-4714-B2BB-9BDE703F2108}" dt="2025-06-30T00:43:53.941" v="16" actId="20577"/>
      <pc:docMkLst>
        <pc:docMk/>
      </pc:docMkLst>
      <pc:sldChg chg="modSp mod">
        <pc:chgData name="Alex JR" userId="88887e35952a7659" providerId="LiveId" clId="{98974A2C-BA84-4714-B2BB-9BDE703F2108}" dt="2025-06-30T00:43:53.941" v="16" actId="20577"/>
        <pc:sldMkLst>
          <pc:docMk/>
          <pc:sldMk cId="1778147611" sldId="256"/>
        </pc:sldMkLst>
        <pc:spChg chg="mod">
          <ac:chgData name="Alex JR" userId="88887e35952a7659" providerId="LiveId" clId="{98974A2C-BA84-4714-B2BB-9BDE703F2108}" dt="2025-06-30T00:43:53.941" v="16" actId="20577"/>
          <ac:spMkLst>
            <pc:docMk/>
            <pc:sldMk cId="1778147611" sldId="256"/>
            <ac:spMk id="2" creationId="{1505F7F9-57D5-F7D8-6261-2245D5882CBE}"/>
          </ac:spMkLst>
        </pc:spChg>
      </pc:sldChg>
    </pc:docChg>
  </pc:docChgLst>
  <pc:docChgLst>
    <pc:chgData name="NHIA12A20314 西田光汰" userId="S::nhs40514@nhs.hal.ac.jp::27dcaf59-1f68-4887-98d5-cd53efeae261" providerId="AD" clId="Web-{823A2922-41C1-6FCF-6E8C-BE3D65DFA631}"/>
    <pc:docChg chg="modSld">
      <pc:chgData name="NHIA12A20314 西田光汰" userId="S::nhs40514@nhs.hal.ac.jp::27dcaf59-1f68-4887-98d5-cd53efeae261" providerId="AD" clId="Web-{823A2922-41C1-6FCF-6E8C-BE3D65DFA631}" dt="2025-06-30T10:19:08.103" v="0"/>
      <pc:docMkLst>
        <pc:docMk/>
      </pc:docMkLst>
      <pc:sldChg chg="addSp modSp">
        <pc:chgData name="NHIA12A20314 西田光汰" userId="S::nhs40514@nhs.hal.ac.jp::27dcaf59-1f68-4887-98d5-cd53efeae261" providerId="AD" clId="Web-{823A2922-41C1-6FCF-6E8C-BE3D65DFA631}" dt="2025-06-30T10:19:08.103" v="0"/>
        <pc:sldMkLst>
          <pc:docMk/>
          <pc:sldMk cId="2889600617" sldId="282"/>
        </pc:sldMkLst>
        <pc:picChg chg="add mod">
          <ac:chgData name="NHIA12A20314 西田光汰" userId="S::nhs40514@nhs.hal.ac.jp::27dcaf59-1f68-4887-98d5-cd53efeae261" providerId="AD" clId="Web-{823A2922-41C1-6FCF-6E8C-BE3D65DFA631}" dt="2025-06-30T10:19:08.103" v="0"/>
          <ac:picMkLst>
            <pc:docMk/>
            <pc:sldMk cId="2889600617" sldId="282"/>
            <ac:picMk id="2" creationId="{32F6A84F-3A51-4D8F-1E20-6455893F9D0B}"/>
          </ac:picMkLst>
        </pc:picChg>
      </pc:sldChg>
    </pc:docChg>
  </pc:docChgLst>
  <pc:docChgLst>
    <pc:chgData name="NHIA12A20301 足和瑞輝" userId="S::nhs40506@nhs.hal.ac.jp::84b71d77-0890-4b7d-9d66-b8abebb9cc49" providerId="AD" clId="Web-{383249A2-78B5-7375-2233-97BD7B147474}"/>
    <pc:docChg chg="addSld modSld">
      <pc:chgData name="NHIA12A20301 足和瑞輝" userId="S::nhs40506@nhs.hal.ac.jp::84b71d77-0890-4b7d-9d66-b8abebb9cc49" providerId="AD" clId="Web-{383249A2-78B5-7375-2233-97BD7B147474}" dt="2025-06-30T06:24:55.144" v="4" actId="14100"/>
      <pc:docMkLst>
        <pc:docMk/>
      </pc:docMkLst>
      <pc:sldChg chg="modSp new">
        <pc:chgData name="NHIA12A20301 足和瑞輝" userId="S::nhs40506@nhs.hal.ac.jp::84b71d77-0890-4b7d-9d66-b8abebb9cc49" providerId="AD" clId="Web-{383249A2-78B5-7375-2233-97BD7B147474}" dt="2025-06-30T06:24:55.144" v="4" actId="14100"/>
        <pc:sldMkLst>
          <pc:docMk/>
          <pc:sldMk cId="2539360613" sldId="279"/>
        </pc:sldMkLst>
        <pc:spChg chg="mod">
          <ac:chgData name="NHIA12A20301 足和瑞輝" userId="S::nhs40506@nhs.hal.ac.jp::84b71d77-0890-4b7d-9d66-b8abebb9cc49" providerId="AD" clId="Web-{383249A2-78B5-7375-2233-97BD7B147474}" dt="2025-06-30T06:24:55.144" v="4" actId="14100"/>
          <ac:spMkLst>
            <pc:docMk/>
            <pc:sldMk cId="2539360613" sldId="279"/>
            <ac:spMk id="2" creationId="{F7505C42-7246-7AFA-3B81-C39788C2C689}"/>
          </ac:spMkLst>
        </pc:spChg>
        <pc:spChg chg="mod">
          <ac:chgData name="NHIA12A20301 足和瑞輝" userId="S::nhs40506@nhs.hal.ac.jp::84b71d77-0890-4b7d-9d66-b8abebb9cc49" providerId="AD" clId="Web-{383249A2-78B5-7375-2233-97BD7B147474}" dt="2025-06-30T06:24:25.159" v="1" actId="1076"/>
          <ac:spMkLst>
            <pc:docMk/>
            <pc:sldMk cId="2539360613" sldId="279"/>
            <ac:spMk id="3" creationId="{52ED2B0C-CA0C-782F-24BE-E331463959B3}"/>
          </ac:spMkLst>
        </pc:spChg>
        <pc:spChg chg="mod">
          <ac:chgData name="NHIA12A20301 足和瑞輝" userId="S::nhs40506@nhs.hal.ac.jp::84b71d77-0890-4b7d-9d66-b8abebb9cc49" providerId="AD" clId="Web-{383249A2-78B5-7375-2233-97BD7B147474}" dt="2025-06-30T06:24:37.222" v="2" actId="14100"/>
          <ac:spMkLst>
            <pc:docMk/>
            <pc:sldMk cId="2539360613" sldId="279"/>
            <ac:spMk id="4" creationId="{9C8BB342-D7B7-7E71-3642-B8C91FFE9EA7}"/>
          </ac:spMkLst>
        </pc:spChg>
      </pc:sldChg>
    </pc:docChg>
  </pc:docChgLst>
  <pc:docChgLst>
    <pc:chgData name="NHIA12A20323 渡邊龍太郎" userId="S::nhs40323@nhs.hal.ac.jp::3343bfe4-73aa-4ed7-bba3-5bcfba4e3cc6" providerId="AD" clId="Web-{65EF789D-3385-DDEC-C9BC-40A280A74F89}"/>
    <pc:docChg chg="addSld modSld">
      <pc:chgData name="NHIA12A20323 渡邊龍太郎" userId="S::nhs40323@nhs.hal.ac.jp::3343bfe4-73aa-4ed7-bba3-5bcfba4e3cc6" providerId="AD" clId="Web-{65EF789D-3385-DDEC-C9BC-40A280A74F89}" dt="2025-06-30T07:29:27.026" v="24" actId="20577"/>
      <pc:docMkLst>
        <pc:docMk/>
      </pc:docMkLst>
      <pc:sldChg chg="addSp delSp modSp new">
        <pc:chgData name="NHIA12A20323 渡邊龍太郎" userId="S::nhs40323@nhs.hal.ac.jp::3343bfe4-73aa-4ed7-bba3-5bcfba4e3cc6" providerId="AD" clId="Web-{65EF789D-3385-DDEC-C9BC-40A280A74F89}" dt="2025-06-30T07:29:27.026" v="24" actId="20577"/>
        <pc:sldMkLst>
          <pc:docMk/>
          <pc:sldMk cId="602544565" sldId="281"/>
        </pc:sldMkLst>
        <pc:spChg chg="mod">
          <ac:chgData name="NHIA12A20323 渡邊龍太郎" userId="S::nhs40323@nhs.hal.ac.jp::3343bfe4-73aa-4ed7-bba3-5bcfba4e3cc6" providerId="AD" clId="Web-{65EF789D-3385-DDEC-C9BC-40A280A74F89}" dt="2025-06-30T07:29:27.026" v="24" actId="20577"/>
          <ac:spMkLst>
            <pc:docMk/>
            <pc:sldMk cId="602544565" sldId="281"/>
            <ac:spMk id="2" creationId="{5410D179-8A30-959B-C2A7-5FD5F0470625}"/>
          </ac:spMkLst>
        </pc:spChg>
        <pc:spChg chg="del">
          <ac:chgData name="NHIA12A20323 渡邊龍太郎" userId="S::nhs40323@nhs.hal.ac.jp::3343bfe4-73aa-4ed7-bba3-5bcfba4e3cc6" providerId="AD" clId="Web-{65EF789D-3385-DDEC-C9BC-40A280A74F89}" dt="2025-06-30T07:27:25.491" v="1"/>
          <ac:spMkLst>
            <pc:docMk/>
            <pc:sldMk cId="602544565" sldId="281"/>
            <ac:spMk id="3" creationId="{7C479CF9-229C-E718-4D1D-F90CBE01F9BD}"/>
          </ac:spMkLst>
        </pc:spChg>
        <pc:picChg chg="add mod ord modCrop">
          <ac:chgData name="NHIA12A20323 渡邊龍太郎" userId="S::nhs40323@nhs.hal.ac.jp::3343bfe4-73aa-4ed7-bba3-5bcfba4e3cc6" providerId="AD" clId="Web-{65EF789D-3385-DDEC-C9BC-40A280A74F89}" dt="2025-06-30T07:29:14.135" v="22" actId="1076"/>
          <ac:picMkLst>
            <pc:docMk/>
            <pc:sldMk cId="602544565" sldId="281"/>
            <ac:picMk id="4" creationId="{B09DFFD7-53AB-C09D-E8AC-93FA61EB80F3}"/>
          </ac:picMkLst>
        </pc:picChg>
      </pc:sldChg>
    </pc:docChg>
  </pc:docChgLst>
  <pc:docChgLst>
    <pc:chgData name="NHIA12A20319 ミヤザキマサハル" userId="S::nhs40315@nhs.hal.ac.jp::5ec3d969-2907-48bb-919e-4a32bdefdc66" providerId="AD" clId="Web-{80567DE0-4F4E-DBC0-2D8D-FF1293581379}"/>
    <pc:docChg chg="addSld modSld">
      <pc:chgData name="NHIA12A20319 ミヤザキマサハル" userId="S::nhs40315@nhs.hal.ac.jp::5ec3d969-2907-48bb-919e-4a32bdefdc66" providerId="AD" clId="Web-{80567DE0-4F4E-DBC0-2D8D-FF1293581379}" dt="2025-06-30T05:14:58.853" v="146" actId="1076"/>
      <pc:docMkLst>
        <pc:docMk/>
      </pc:docMkLst>
      <pc:sldChg chg="addSp modSp mod setBg">
        <pc:chgData name="NHIA12A20319 ミヤザキマサハル" userId="S::nhs40315@nhs.hal.ac.jp::5ec3d969-2907-48bb-919e-4a32bdefdc66" providerId="AD" clId="Web-{80567DE0-4F4E-DBC0-2D8D-FF1293581379}" dt="2025-06-30T05:14:58.853" v="146" actId="1076"/>
        <pc:sldMkLst>
          <pc:docMk/>
          <pc:sldMk cId="1778147611" sldId="256"/>
        </pc:sldMkLst>
        <pc:spChg chg="mod">
          <ac:chgData name="NHIA12A20319 ミヤザキマサハル" userId="S::nhs40315@nhs.hal.ac.jp::5ec3d969-2907-48bb-919e-4a32bdefdc66" providerId="AD" clId="Web-{80567DE0-4F4E-DBC0-2D8D-FF1293581379}" dt="2025-06-30T04:57:07.128" v="11" actId="20577"/>
          <ac:spMkLst>
            <pc:docMk/>
            <pc:sldMk cId="1778147611" sldId="256"/>
            <ac:spMk id="2" creationId="{1505F7F9-57D5-F7D8-6261-2245D5882CBE}"/>
          </ac:spMkLst>
        </pc:spChg>
        <pc:spChg chg="mod">
          <ac:chgData name="NHIA12A20319 ミヤザキマサハル" userId="S::nhs40315@nhs.hal.ac.jp::5ec3d969-2907-48bb-919e-4a32bdefdc66" providerId="AD" clId="Web-{80567DE0-4F4E-DBC0-2D8D-FF1293581379}" dt="2025-06-30T04:59:38.506" v="28" actId="1076"/>
          <ac:spMkLst>
            <pc:docMk/>
            <pc:sldMk cId="1778147611" sldId="256"/>
            <ac:spMk id="3" creationId="{2120A8B2-8684-719B-25E9-37CC44D6EA8A}"/>
          </ac:spMkLst>
        </pc:spChg>
        <pc:spChg chg="add mod ord">
          <ac:chgData name="NHIA12A20319 ミヤザキマサハル" userId="S::nhs40315@nhs.hal.ac.jp::5ec3d969-2907-48bb-919e-4a32bdefdc66" providerId="AD" clId="Web-{80567DE0-4F4E-DBC0-2D8D-FF1293581379}" dt="2025-06-30T04:59:33.693" v="27" actId="1076"/>
          <ac:spMkLst>
            <pc:docMk/>
            <pc:sldMk cId="1778147611" sldId="256"/>
            <ac:spMk id="4" creationId="{42D55FCD-99A7-FF5A-96F7-FC3DC1CD9FAD}"/>
          </ac:spMkLst>
        </pc:spChg>
        <pc:spChg chg="add mod">
          <ac:chgData name="NHIA12A20319 ミヤザキマサハル" userId="S::nhs40315@nhs.hal.ac.jp::5ec3d969-2907-48bb-919e-4a32bdefdc66" providerId="AD" clId="Web-{80567DE0-4F4E-DBC0-2D8D-FF1293581379}" dt="2025-06-30T05:14:58.853" v="146" actId="1076"/>
          <ac:spMkLst>
            <pc:docMk/>
            <pc:sldMk cId="1778147611" sldId="256"/>
            <ac:spMk id="5" creationId="{2A49E3FF-F8F2-FF2D-F95C-35C6AED23846}"/>
          </ac:spMkLst>
        </pc:spChg>
      </pc:sldChg>
      <pc:sldChg chg="addSp modSp mod setBg">
        <pc:chgData name="NHIA12A20319 ミヤザキマサハル" userId="S::nhs40315@nhs.hal.ac.jp::5ec3d969-2907-48bb-919e-4a32bdefdc66" providerId="AD" clId="Web-{80567DE0-4F4E-DBC0-2D8D-FF1293581379}" dt="2025-06-30T05:09:01.143" v="127" actId="20577"/>
        <pc:sldMkLst>
          <pc:docMk/>
          <pc:sldMk cId="789308117" sldId="257"/>
        </pc:sldMkLst>
        <pc:spChg chg="mod">
          <ac:chgData name="NHIA12A20319 ミヤザキマサハル" userId="S::nhs40315@nhs.hal.ac.jp::5ec3d969-2907-48bb-919e-4a32bdefdc66" providerId="AD" clId="Web-{80567DE0-4F4E-DBC0-2D8D-FF1293581379}" dt="2025-06-30T05:05:30.279" v="80" actId="20577"/>
          <ac:spMkLst>
            <pc:docMk/>
            <pc:sldMk cId="789308117" sldId="257"/>
            <ac:spMk id="2" creationId="{E9651E41-12EF-799E-512A-AFA1061CD428}"/>
          </ac:spMkLst>
        </pc:spChg>
        <pc:spChg chg="mod">
          <ac:chgData name="NHIA12A20319 ミヤザキマサハル" userId="S::nhs40315@nhs.hal.ac.jp::5ec3d969-2907-48bb-919e-4a32bdefdc66" providerId="AD" clId="Web-{80567DE0-4F4E-DBC0-2D8D-FF1293581379}" dt="2025-06-30T05:09:01.143" v="127" actId="20577"/>
          <ac:spMkLst>
            <pc:docMk/>
            <pc:sldMk cId="789308117" sldId="257"/>
            <ac:spMk id="3" creationId="{1324DA42-E6AB-3BA0-DC75-B9D01B59AC96}"/>
          </ac:spMkLst>
        </pc:spChg>
        <pc:spChg chg="add mod">
          <ac:chgData name="NHIA12A20319 ミヤザキマサハル" userId="S::nhs40315@nhs.hal.ac.jp::5ec3d969-2907-48bb-919e-4a32bdefdc66" providerId="AD" clId="Web-{80567DE0-4F4E-DBC0-2D8D-FF1293581379}" dt="2025-06-30T05:05:52.732" v="81" actId="20577"/>
          <ac:spMkLst>
            <pc:docMk/>
            <pc:sldMk cId="789308117" sldId="257"/>
            <ac:spMk id="5" creationId="{1A102192-2822-A8FD-E9E1-B4E8E1DEADD8}"/>
          </ac:spMkLst>
        </pc:spChg>
      </pc:sldChg>
      <pc:sldChg chg="addSp delSp modSp add replId">
        <pc:chgData name="NHIA12A20319 ミヤザキマサハル" userId="S::nhs40315@nhs.hal.ac.jp::5ec3d969-2907-48bb-919e-4a32bdefdc66" providerId="AD" clId="Web-{80567DE0-4F4E-DBC0-2D8D-FF1293581379}" dt="2025-06-30T05:07:00.468" v="94" actId="14100"/>
        <pc:sldMkLst>
          <pc:docMk/>
          <pc:sldMk cId="2461480664" sldId="258"/>
        </pc:sldMkLst>
        <pc:spChg chg="mod">
          <ac:chgData name="NHIA12A20319 ミヤザキマサハル" userId="S::nhs40315@nhs.hal.ac.jp::5ec3d969-2907-48bb-919e-4a32bdefdc66" providerId="AD" clId="Web-{80567DE0-4F4E-DBC0-2D8D-FF1293581379}" dt="2025-06-30T05:06:18.171" v="83" actId="20577"/>
          <ac:spMkLst>
            <pc:docMk/>
            <pc:sldMk cId="2461480664" sldId="258"/>
            <ac:spMk id="2" creationId="{6B076B8A-2668-BF6B-3705-4F857CB62D8F}"/>
          </ac:spMkLst>
        </pc:spChg>
        <pc:spChg chg="del">
          <ac:chgData name="NHIA12A20319 ミヤザキマサハル" userId="S::nhs40315@nhs.hal.ac.jp::5ec3d969-2907-48bb-919e-4a32bdefdc66" providerId="AD" clId="Web-{80567DE0-4F4E-DBC0-2D8D-FF1293581379}" dt="2025-06-30T05:06:23.436" v="84"/>
          <ac:spMkLst>
            <pc:docMk/>
            <pc:sldMk cId="2461480664" sldId="258"/>
            <ac:spMk id="3" creationId="{30E34554-B3FC-7120-B548-47038E8C8C59}"/>
          </ac:spMkLst>
        </pc:spChg>
        <pc:spChg chg="del">
          <ac:chgData name="NHIA12A20319 ミヤザキマサハル" userId="S::nhs40315@nhs.hal.ac.jp::5ec3d969-2907-48bb-919e-4a32bdefdc66" providerId="AD" clId="Web-{80567DE0-4F4E-DBC0-2D8D-FF1293581379}" dt="2025-06-30T05:06:30.499" v="85"/>
          <ac:spMkLst>
            <pc:docMk/>
            <pc:sldMk cId="2461480664" sldId="258"/>
            <ac:spMk id="5" creationId="{2DD58BDB-398C-42AC-8B4F-D8A6A7C8C213}"/>
          </ac:spMkLst>
        </pc:spChg>
        <pc:spChg chg="add mod">
          <ac:chgData name="NHIA12A20319 ミヤザキマサハル" userId="S::nhs40315@nhs.hal.ac.jp::5ec3d969-2907-48bb-919e-4a32bdefdc66" providerId="AD" clId="Web-{80567DE0-4F4E-DBC0-2D8D-FF1293581379}" dt="2025-06-30T05:07:00.468" v="94" actId="14100"/>
          <ac:spMkLst>
            <pc:docMk/>
            <pc:sldMk cId="2461480664" sldId="258"/>
            <ac:spMk id="6" creationId="{221D6D47-FA68-C7FC-1273-EE6C1EAA3390}"/>
          </ac:spMkLst>
        </pc:spChg>
      </pc:sldChg>
      <pc:sldChg chg="modSp add replId">
        <pc:chgData name="NHIA12A20319 ミヤザキマサハル" userId="S::nhs40315@nhs.hal.ac.jp::5ec3d969-2907-48bb-919e-4a32bdefdc66" providerId="AD" clId="Web-{80567DE0-4F4E-DBC0-2D8D-FF1293581379}" dt="2025-06-30T05:08:50.424" v="120" actId="20577"/>
        <pc:sldMkLst>
          <pc:docMk/>
          <pc:sldMk cId="1229455177" sldId="259"/>
        </pc:sldMkLst>
        <pc:spChg chg="mod">
          <ac:chgData name="NHIA12A20319 ミヤザキマサハル" userId="S::nhs40315@nhs.hal.ac.jp::5ec3d969-2907-48bb-919e-4a32bdefdc66" providerId="AD" clId="Web-{80567DE0-4F4E-DBC0-2D8D-FF1293581379}" dt="2025-06-30T05:07:24.203" v="97" actId="14100"/>
          <ac:spMkLst>
            <pc:docMk/>
            <pc:sldMk cId="1229455177" sldId="259"/>
            <ac:spMk id="2" creationId="{10DE8810-09F9-3E6F-03A3-557540FEA055}"/>
          </ac:spMkLst>
        </pc:spChg>
        <pc:spChg chg="mod">
          <ac:chgData name="NHIA12A20319 ミヤザキマサハル" userId="S::nhs40315@nhs.hal.ac.jp::5ec3d969-2907-48bb-919e-4a32bdefdc66" providerId="AD" clId="Web-{80567DE0-4F4E-DBC0-2D8D-FF1293581379}" dt="2025-06-30T05:08:50.424" v="120" actId="20577"/>
          <ac:spMkLst>
            <pc:docMk/>
            <pc:sldMk cId="1229455177" sldId="259"/>
            <ac:spMk id="3" creationId="{8418FC55-6456-3A5B-7252-D8D8F395044A}"/>
          </ac:spMkLst>
        </pc:spChg>
        <pc:spChg chg="mod">
          <ac:chgData name="NHIA12A20319 ミヤザキマサハル" userId="S::nhs40315@nhs.hal.ac.jp::5ec3d969-2907-48bb-919e-4a32bdefdc66" providerId="AD" clId="Web-{80567DE0-4F4E-DBC0-2D8D-FF1293581379}" dt="2025-06-30T05:08:41.361" v="117" actId="20577"/>
          <ac:spMkLst>
            <pc:docMk/>
            <pc:sldMk cId="1229455177" sldId="259"/>
            <ac:spMk id="5" creationId="{2E6C2D28-B2CF-0801-7744-BBCDFBDCAA03}"/>
          </ac:spMkLst>
        </pc:spChg>
      </pc:sldChg>
      <pc:sldChg chg="modSp add replId">
        <pc:chgData name="NHIA12A20319 ミヤザキマサハル" userId="S::nhs40315@nhs.hal.ac.jp::5ec3d969-2907-48bb-919e-4a32bdefdc66" providerId="AD" clId="Web-{80567DE0-4F4E-DBC0-2D8D-FF1293581379}" dt="2025-06-30T05:10:08.253" v="137" actId="20577"/>
        <pc:sldMkLst>
          <pc:docMk/>
          <pc:sldMk cId="801182970" sldId="260"/>
        </pc:sldMkLst>
        <pc:spChg chg="mod">
          <ac:chgData name="NHIA12A20319 ミヤザキマサハル" userId="S::nhs40315@nhs.hal.ac.jp::5ec3d969-2907-48bb-919e-4a32bdefdc66" providerId="AD" clId="Web-{80567DE0-4F4E-DBC0-2D8D-FF1293581379}" dt="2025-06-30T05:09:25.049" v="129" actId="20577"/>
          <ac:spMkLst>
            <pc:docMk/>
            <pc:sldMk cId="801182970" sldId="260"/>
            <ac:spMk id="2" creationId="{96DC6345-978C-3275-C3A5-374A9FEA43AB}"/>
          </ac:spMkLst>
        </pc:spChg>
        <pc:spChg chg="mod">
          <ac:chgData name="NHIA12A20319 ミヤザキマサハル" userId="S::nhs40315@nhs.hal.ac.jp::5ec3d969-2907-48bb-919e-4a32bdefdc66" providerId="AD" clId="Web-{80567DE0-4F4E-DBC0-2D8D-FF1293581379}" dt="2025-06-30T05:10:08.253" v="137" actId="20577"/>
          <ac:spMkLst>
            <pc:docMk/>
            <pc:sldMk cId="801182970" sldId="260"/>
            <ac:spMk id="3" creationId="{3E23FA44-5E36-7171-FC58-8980CDFECCA1}"/>
          </ac:spMkLst>
        </pc:spChg>
        <pc:spChg chg="mod">
          <ac:chgData name="NHIA12A20319 ミヤザキマサハル" userId="S::nhs40315@nhs.hal.ac.jp::5ec3d969-2907-48bb-919e-4a32bdefdc66" providerId="AD" clId="Web-{80567DE0-4F4E-DBC0-2D8D-FF1293581379}" dt="2025-06-30T05:09:48.269" v="134" actId="20577"/>
          <ac:spMkLst>
            <pc:docMk/>
            <pc:sldMk cId="801182970" sldId="260"/>
            <ac:spMk id="5" creationId="{AB08FF9E-4E6A-48FF-3470-2063E600EB90}"/>
          </ac:spMkLst>
        </pc:spChg>
      </pc:sldChg>
    </pc:docChg>
  </pc:docChgLst>
  <pc:docChgLst>
    <pc:chgData name="NHIA12A20319 ミヤザキマサハル" userId="S::nhs40315@nhs.hal.ac.jp::5ec3d969-2907-48bb-919e-4a32bdefdc66" providerId="AD" clId="Web-{E4201282-FD93-6EB1-49DF-9B527C1B84E0}"/>
    <pc:docChg chg="modSld">
      <pc:chgData name="NHIA12A20319 ミヤザキマサハル" userId="S::nhs40315@nhs.hal.ac.jp::5ec3d969-2907-48bb-919e-4a32bdefdc66" providerId="AD" clId="Web-{E4201282-FD93-6EB1-49DF-9B527C1B84E0}" dt="2025-06-30T04:53:33.579" v="0"/>
      <pc:docMkLst>
        <pc:docMk/>
      </pc:docMkLst>
      <pc:sldChg chg="mod setBg">
        <pc:chgData name="NHIA12A20319 ミヤザキマサハル" userId="S::nhs40315@nhs.hal.ac.jp::5ec3d969-2907-48bb-919e-4a32bdefdc66" providerId="AD" clId="Web-{E4201282-FD93-6EB1-49DF-9B527C1B84E0}" dt="2025-06-30T04:53:33.579" v="0"/>
        <pc:sldMkLst>
          <pc:docMk/>
          <pc:sldMk cId="1778147611" sldId="256"/>
        </pc:sldMkLst>
      </pc:sldChg>
    </pc:docChg>
  </pc:docChgLst>
  <pc:docChgLst>
    <pc:chgData name="NHIA12A20314 西田光汰" userId="S::nhs40514@nhs.hal.ac.jp::27dcaf59-1f68-4887-98d5-cd53efeae261" providerId="AD" clId="Web-{068C0C66-F10C-4DC6-31D7-69496A77A07D}"/>
    <pc:docChg chg="addSld">
      <pc:chgData name="NHIA12A20314 西田光汰" userId="S::nhs40514@nhs.hal.ac.jp::27dcaf59-1f68-4887-98d5-cd53efeae261" providerId="AD" clId="Web-{068C0C66-F10C-4DC6-31D7-69496A77A07D}" dt="2025-06-30T01:03:07.344" v="0"/>
      <pc:docMkLst>
        <pc:docMk/>
      </pc:docMkLst>
      <pc:sldChg chg="new">
        <pc:chgData name="NHIA12A20314 西田光汰" userId="S::nhs40514@nhs.hal.ac.jp::27dcaf59-1f68-4887-98d5-cd53efeae261" providerId="AD" clId="Web-{068C0C66-F10C-4DC6-31D7-69496A77A07D}" dt="2025-06-30T01:03:07.344" v="0"/>
        <pc:sldMkLst>
          <pc:docMk/>
          <pc:sldMk cId="789308117" sldId="257"/>
        </pc:sldMkLst>
      </pc:sldChg>
    </pc:docChg>
  </pc:docChgLst>
  <pc:docChgLst>
    <pc:chgData name="NHIA12A20319 ミヤザキマサハル" userId="S::nhs40315@nhs.hal.ac.jp::5ec3d969-2907-48bb-919e-4a32bdefdc66" providerId="AD" clId="Web-{45099261-1CAD-785C-92C5-BACF0984E775}"/>
    <pc:docChg chg="modSld">
      <pc:chgData name="NHIA12A20319 ミヤザキマサハル" userId="S::nhs40315@nhs.hal.ac.jp::5ec3d969-2907-48bb-919e-4a32bdefdc66" providerId="AD" clId="Web-{45099261-1CAD-785C-92C5-BACF0984E775}" dt="2025-06-30T04:50:46.531" v="0"/>
      <pc:docMkLst>
        <pc:docMk/>
      </pc:docMkLst>
      <pc:sldChg chg="mod setBg">
        <pc:chgData name="NHIA12A20319 ミヤザキマサハル" userId="S::nhs40315@nhs.hal.ac.jp::5ec3d969-2907-48bb-919e-4a32bdefdc66" providerId="AD" clId="Web-{45099261-1CAD-785C-92C5-BACF0984E775}" dt="2025-06-30T04:50:46.531" v="0"/>
        <pc:sldMkLst>
          <pc:docMk/>
          <pc:sldMk cId="1778147611" sldId="256"/>
        </pc:sldMkLst>
      </pc:sldChg>
    </pc:docChg>
  </pc:docChgLst>
  <pc:docChgLst>
    <pc:chgData name="NHIA12A20319 ミヤザキマサハル" userId="S::nhs40315@nhs.hal.ac.jp::5ec3d969-2907-48bb-919e-4a32bdefdc66" providerId="AD" clId="Web-{792B824B-27AD-12D7-E3C3-BED291E7E41F}"/>
    <pc:docChg chg="addSld delSld modSld">
      <pc:chgData name="NHIA12A20319 ミヤザキマサハル" userId="S::nhs40315@nhs.hal.ac.jp::5ec3d969-2907-48bb-919e-4a32bdefdc66" providerId="AD" clId="Web-{792B824B-27AD-12D7-E3C3-BED291E7E41F}" dt="2025-06-30T07:24:14.717" v="198"/>
      <pc:docMkLst>
        <pc:docMk/>
      </pc:docMkLst>
      <pc:sldChg chg="addSp modSp">
        <pc:chgData name="NHIA12A20319 ミヤザキマサハル" userId="S::nhs40315@nhs.hal.ac.jp::5ec3d969-2907-48bb-919e-4a32bdefdc66" providerId="AD" clId="Web-{792B824B-27AD-12D7-E3C3-BED291E7E41F}" dt="2025-06-30T07:23:03.260" v="184" actId="1076"/>
        <pc:sldMkLst>
          <pc:docMk/>
          <pc:sldMk cId="2461480664" sldId="258"/>
        </pc:sldMkLst>
        <pc:picChg chg="mod">
          <ac:chgData name="NHIA12A20319 ミヤザキマサハル" userId="S::nhs40315@nhs.hal.ac.jp::5ec3d969-2907-48bb-919e-4a32bdefdc66" providerId="AD" clId="Web-{792B824B-27AD-12D7-E3C3-BED291E7E41F}" dt="2025-06-30T07:23:03.260" v="184" actId="1076"/>
          <ac:picMkLst>
            <pc:docMk/>
            <pc:sldMk cId="2461480664" sldId="258"/>
            <ac:picMk id="3" creationId="{4137BBDA-D3CC-55A9-741B-F3E53828BB1B}"/>
          </ac:picMkLst>
        </pc:picChg>
        <pc:picChg chg="add mod">
          <ac:chgData name="NHIA12A20319 ミヤザキマサハル" userId="S::nhs40315@nhs.hal.ac.jp::5ec3d969-2907-48bb-919e-4a32bdefdc66" providerId="AD" clId="Web-{792B824B-27AD-12D7-E3C3-BED291E7E41F}" dt="2025-06-30T07:22:59.792" v="183" actId="1076"/>
          <ac:picMkLst>
            <pc:docMk/>
            <pc:sldMk cId="2461480664" sldId="258"/>
            <ac:picMk id="7" creationId="{1CFA6D0A-D852-BBF0-C685-D2B8D851D74F}"/>
          </ac:picMkLst>
        </pc:picChg>
      </pc:sldChg>
      <pc:sldChg chg="del">
        <pc:chgData name="NHIA12A20319 ミヤザキマサハル" userId="S::nhs40315@nhs.hal.ac.jp::5ec3d969-2907-48bb-919e-4a32bdefdc66" providerId="AD" clId="Web-{792B824B-27AD-12D7-E3C3-BED291E7E41F}" dt="2025-06-30T07:17:17.308" v="125"/>
        <pc:sldMkLst>
          <pc:docMk/>
          <pc:sldMk cId="801182970" sldId="260"/>
        </pc:sldMkLst>
      </pc:sldChg>
      <pc:sldChg chg="addSp delSp modSp">
        <pc:chgData name="NHIA12A20319 ミヤザキマサハル" userId="S::nhs40315@nhs.hal.ac.jp::5ec3d969-2907-48bb-919e-4a32bdefdc66" providerId="AD" clId="Web-{792B824B-27AD-12D7-E3C3-BED291E7E41F}" dt="2025-06-30T07:22:18.118" v="175" actId="1076"/>
        <pc:sldMkLst>
          <pc:docMk/>
          <pc:sldMk cId="3464704983" sldId="270"/>
        </pc:sldMkLst>
        <pc:spChg chg="del mod">
          <ac:chgData name="NHIA12A20319 ミヤザキマサハル" userId="S::nhs40315@nhs.hal.ac.jp::5ec3d969-2907-48bb-919e-4a32bdefdc66" providerId="AD" clId="Web-{792B824B-27AD-12D7-E3C3-BED291E7E41F}" dt="2025-06-30T07:20:54.239" v="155"/>
          <ac:spMkLst>
            <pc:docMk/>
            <pc:sldMk cId="3464704983" sldId="270"/>
            <ac:spMk id="3" creationId="{F29FDED6-8151-41E2-8645-8FBD8D8ADE7F}"/>
          </ac:spMkLst>
        </pc:spChg>
        <pc:spChg chg="del">
          <ac:chgData name="NHIA12A20319 ミヤザキマサハル" userId="S::nhs40315@nhs.hal.ac.jp::5ec3d969-2907-48bb-919e-4a32bdefdc66" providerId="AD" clId="Web-{792B824B-27AD-12D7-E3C3-BED291E7E41F}" dt="2025-06-30T07:20:48.426" v="153"/>
          <ac:spMkLst>
            <pc:docMk/>
            <pc:sldMk cId="3464704983" sldId="270"/>
            <ac:spMk id="14" creationId="{4527B5CB-8CCF-472E-8248-BB4E613B253A}"/>
          </ac:spMkLst>
        </pc:spChg>
        <pc:spChg chg="add del">
          <ac:chgData name="NHIA12A20319 ミヤザキマサハル" userId="S::nhs40315@nhs.hal.ac.jp::5ec3d969-2907-48bb-919e-4a32bdefdc66" providerId="AD" clId="Web-{792B824B-27AD-12D7-E3C3-BED291E7E41F}" dt="2025-06-30T07:19:54.658" v="144"/>
          <ac:spMkLst>
            <pc:docMk/>
            <pc:sldMk cId="3464704983" sldId="270"/>
            <ac:spMk id="15" creationId="{4D1383FA-7775-C062-DEA5-EB3E0D84CCBF}"/>
          </ac:spMkLst>
        </pc:spChg>
        <pc:spChg chg="add mod">
          <ac:chgData name="NHIA12A20319 ミヤザキマサハル" userId="S::nhs40315@nhs.hal.ac.jp::5ec3d969-2907-48bb-919e-4a32bdefdc66" providerId="AD" clId="Web-{792B824B-27AD-12D7-E3C3-BED291E7E41F}" dt="2025-06-30T07:21:02.271" v="157"/>
          <ac:spMkLst>
            <pc:docMk/>
            <pc:sldMk cId="3464704983" sldId="270"/>
            <ac:spMk id="16" creationId="{A398A828-BD03-9866-9327-BC1186208388}"/>
          </ac:spMkLst>
        </pc:spChg>
        <pc:spChg chg="add del">
          <ac:chgData name="NHIA12A20319 ミヤザキマサハル" userId="S::nhs40315@nhs.hal.ac.jp::5ec3d969-2907-48bb-919e-4a32bdefdc66" providerId="AD" clId="Web-{792B824B-27AD-12D7-E3C3-BED291E7E41F}" dt="2025-06-30T07:21:38.991" v="165"/>
          <ac:spMkLst>
            <pc:docMk/>
            <pc:sldMk cId="3464704983" sldId="270"/>
            <ac:spMk id="17" creationId="{4D1383FA-7775-C062-DEA5-EB3E0D84CCBF}"/>
          </ac:spMkLst>
        </pc:spChg>
        <pc:spChg chg="add mod">
          <ac:chgData name="NHIA12A20319 ミヤザキマサハル" userId="S::nhs40315@nhs.hal.ac.jp::5ec3d969-2907-48bb-919e-4a32bdefdc66" providerId="AD" clId="Web-{792B824B-27AD-12D7-E3C3-BED291E7E41F}" dt="2025-06-30T07:22:18.118" v="175" actId="1076"/>
          <ac:spMkLst>
            <pc:docMk/>
            <pc:sldMk cId="3464704983" sldId="270"/>
            <ac:spMk id="19" creationId="{0806D49B-14B0-8A1E-C809-978A99A78C89}"/>
          </ac:spMkLst>
        </pc:spChg>
      </pc:sldChg>
      <pc:sldChg chg="addSp delSp modSp">
        <pc:chgData name="NHIA12A20319 ミヤザキマサハル" userId="S::nhs40315@nhs.hal.ac.jp::5ec3d969-2907-48bb-919e-4a32bdefdc66" providerId="AD" clId="Web-{792B824B-27AD-12D7-E3C3-BED291E7E41F}" dt="2025-06-30T07:24:14.717" v="198"/>
        <pc:sldMkLst>
          <pc:docMk/>
          <pc:sldMk cId="3171735052" sldId="275"/>
        </pc:sldMkLst>
        <pc:spChg chg="mod">
          <ac:chgData name="NHIA12A20319 ミヤザキマサハル" userId="S::nhs40315@nhs.hal.ac.jp::5ec3d969-2907-48bb-919e-4a32bdefdc66" providerId="AD" clId="Web-{792B824B-27AD-12D7-E3C3-BED291E7E41F}" dt="2025-06-30T07:24:04.122" v="195" actId="20577"/>
          <ac:spMkLst>
            <pc:docMk/>
            <pc:sldMk cId="3171735052" sldId="275"/>
            <ac:spMk id="2" creationId="{3DA984E2-4C7E-D7E0-9603-A0CE74BC7667}"/>
          </ac:spMkLst>
        </pc:spChg>
        <pc:spChg chg="del">
          <ac:chgData name="NHIA12A20319 ミヤザキマサハル" userId="S::nhs40315@nhs.hal.ac.jp::5ec3d969-2907-48bb-919e-4a32bdefdc66" providerId="AD" clId="Web-{792B824B-27AD-12D7-E3C3-BED291E7E41F}" dt="2025-06-30T07:23:28.152" v="186"/>
          <ac:spMkLst>
            <pc:docMk/>
            <pc:sldMk cId="3171735052" sldId="275"/>
            <ac:spMk id="4" creationId="{3456403E-0E16-7EA2-6FDD-23B9F8CEC979}"/>
          </ac:spMkLst>
        </pc:spChg>
        <pc:spChg chg="mod">
          <ac:chgData name="NHIA12A20319 ミヤザキマサハル" userId="S::nhs40315@nhs.hal.ac.jp::5ec3d969-2907-48bb-919e-4a32bdefdc66" providerId="AD" clId="Web-{792B824B-27AD-12D7-E3C3-BED291E7E41F}" dt="2025-06-30T07:24:12.295" v="197"/>
          <ac:spMkLst>
            <pc:docMk/>
            <pc:sldMk cId="3171735052" sldId="275"/>
            <ac:spMk id="14" creationId="{0D15BEAD-012C-AF1F-9EBB-243A511C902E}"/>
          </ac:spMkLst>
        </pc:spChg>
        <pc:spChg chg="mod">
          <ac:chgData name="NHIA12A20319 ミヤザキマサハル" userId="S::nhs40315@nhs.hal.ac.jp::5ec3d969-2907-48bb-919e-4a32bdefdc66" providerId="AD" clId="Web-{792B824B-27AD-12D7-E3C3-BED291E7E41F}" dt="2025-06-30T07:24:14.717" v="198"/>
          <ac:spMkLst>
            <pc:docMk/>
            <pc:sldMk cId="3171735052" sldId="275"/>
            <ac:spMk id="16" creationId="{2D578531-1E9F-3E5A-7A85-E9CA9A5C7312}"/>
          </ac:spMkLst>
        </pc:spChg>
        <pc:spChg chg="mod">
          <ac:chgData name="NHIA12A20319 ミヤザキマサハル" userId="S::nhs40315@nhs.hal.ac.jp::5ec3d969-2907-48bb-919e-4a32bdefdc66" providerId="AD" clId="Web-{792B824B-27AD-12D7-E3C3-BED291E7E41F}" dt="2025-06-30T07:23:46.747" v="191" actId="20577"/>
          <ac:spMkLst>
            <pc:docMk/>
            <pc:sldMk cId="3171735052" sldId="275"/>
            <ac:spMk id="21" creationId="{A50CB90F-9D48-F8DD-961F-C3F1AE2B2D3D}"/>
          </ac:spMkLst>
        </pc:spChg>
        <pc:picChg chg="add mod">
          <ac:chgData name="NHIA12A20319 ミヤザキマサハル" userId="S::nhs40315@nhs.hal.ac.jp::5ec3d969-2907-48bb-919e-4a32bdefdc66" providerId="AD" clId="Web-{792B824B-27AD-12D7-E3C3-BED291E7E41F}" dt="2025-06-30T07:23:37.168" v="189" actId="1076"/>
          <ac:picMkLst>
            <pc:docMk/>
            <pc:sldMk cId="3171735052" sldId="275"/>
            <ac:picMk id="5" creationId="{6ED6EC8C-76A6-3D92-7E39-57AA7CCF1F20}"/>
          </ac:picMkLst>
        </pc:picChg>
      </pc:sldChg>
      <pc:sldChg chg="modSp">
        <pc:chgData name="NHIA12A20319 ミヤザキマサハル" userId="S::nhs40315@nhs.hal.ac.jp::5ec3d969-2907-48bb-919e-4a32bdefdc66" providerId="AD" clId="Web-{792B824B-27AD-12D7-E3C3-BED291E7E41F}" dt="2025-06-30T07:18:34.858" v="129" actId="20577"/>
        <pc:sldMkLst>
          <pc:docMk/>
          <pc:sldMk cId="3562666581" sldId="278"/>
        </pc:sldMkLst>
        <pc:spChg chg="mod">
          <ac:chgData name="NHIA12A20319 ミヤザキマサハル" userId="S::nhs40315@nhs.hal.ac.jp::5ec3d969-2907-48bb-919e-4a32bdefdc66" providerId="AD" clId="Web-{792B824B-27AD-12D7-E3C3-BED291E7E41F}" dt="2025-06-30T07:18:34.858" v="129" actId="20577"/>
          <ac:spMkLst>
            <pc:docMk/>
            <pc:sldMk cId="3562666581" sldId="278"/>
            <ac:spMk id="6" creationId="{20674A45-F78C-ABC5-D7F5-A555D5A1E14D}"/>
          </ac:spMkLst>
        </pc:spChg>
      </pc:sldChg>
      <pc:sldChg chg="addSp modSp add replId">
        <pc:chgData name="NHIA12A20319 ミヤザキマサハル" userId="S::nhs40315@nhs.hal.ac.jp::5ec3d969-2907-48bb-919e-4a32bdefdc66" providerId="AD" clId="Web-{792B824B-27AD-12D7-E3C3-BED291E7E41F}" dt="2025-06-30T07:21:30.147" v="163" actId="20577"/>
        <pc:sldMkLst>
          <pc:docMk/>
          <pc:sldMk cId="4208037846" sldId="279"/>
        </pc:sldMkLst>
        <pc:spChg chg="mod">
          <ac:chgData name="NHIA12A20319 ミヤザキマサハル" userId="S::nhs40315@nhs.hal.ac.jp::5ec3d969-2907-48bb-919e-4a32bdefdc66" providerId="AD" clId="Web-{792B824B-27AD-12D7-E3C3-BED291E7E41F}" dt="2025-06-30T07:21:30.147" v="163" actId="20577"/>
          <ac:spMkLst>
            <pc:docMk/>
            <pc:sldMk cId="4208037846" sldId="279"/>
            <ac:spMk id="2" creationId="{D54977A2-9C9A-1BFD-E5DD-34C74C4A5E57}"/>
          </ac:spMkLst>
        </pc:spChg>
        <pc:spChg chg="add mod">
          <ac:chgData name="NHIA12A20319 ミヤザキマサハル" userId="S::nhs40315@nhs.hal.ac.jp::5ec3d969-2907-48bb-919e-4a32bdefdc66" providerId="AD" clId="Web-{792B824B-27AD-12D7-E3C3-BED291E7E41F}" dt="2025-06-30T07:17:11.776" v="124" actId="1076"/>
          <ac:spMkLst>
            <pc:docMk/>
            <pc:sldMk cId="4208037846" sldId="279"/>
            <ac:spMk id="3" creationId="{02EC7ABF-E2AA-DBE6-79C5-B82C0A0AF83A}"/>
          </ac:spMkLst>
        </pc:spChg>
        <pc:spChg chg="mod">
          <ac:chgData name="NHIA12A20319 ミヤザキマサハル" userId="S::nhs40315@nhs.hal.ac.jp::5ec3d969-2907-48bb-919e-4a32bdefdc66" providerId="AD" clId="Web-{792B824B-27AD-12D7-E3C3-BED291E7E41F}" dt="2025-06-30T07:14:58.145" v="85" actId="1076"/>
          <ac:spMkLst>
            <pc:docMk/>
            <pc:sldMk cId="4208037846" sldId="279"/>
            <ac:spMk id="4" creationId="{A4208AC6-4F4E-EC2F-3F59-0BA326AD60A7}"/>
          </ac:spMkLst>
        </pc:spChg>
        <pc:spChg chg="add mod ord">
          <ac:chgData name="NHIA12A20319 ミヤザキマサハル" userId="S::nhs40315@nhs.hal.ac.jp::5ec3d969-2907-48bb-919e-4a32bdefdc66" providerId="AD" clId="Web-{792B824B-27AD-12D7-E3C3-BED291E7E41F}" dt="2025-06-30T07:15:42.225" v="91" actId="14100"/>
          <ac:spMkLst>
            <pc:docMk/>
            <pc:sldMk cId="4208037846" sldId="279"/>
            <ac:spMk id="5" creationId="{94C19A8C-9CDE-491D-B951-8E5CE369B6FD}"/>
          </ac:spMkLst>
        </pc:spChg>
        <pc:spChg chg="mod">
          <ac:chgData name="NHIA12A20319 ミヤザキマサハル" userId="S::nhs40315@nhs.hal.ac.jp::5ec3d969-2907-48bb-919e-4a32bdefdc66" providerId="AD" clId="Web-{792B824B-27AD-12D7-E3C3-BED291E7E41F}" dt="2025-06-30T07:14:53.380" v="83" actId="1076"/>
          <ac:spMkLst>
            <pc:docMk/>
            <pc:sldMk cId="4208037846" sldId="279"/>
            <ac:spMk id="6" creationId="{34D678B6-3AEF-0044-DF68-E34B6DBE5B52}"/>
          </ac:spMkLst>
        </pc:spChg>
      </pc:sldChg>
      <pc:sldChg chg="modSp add replId">
        <pc:chgData name="NHIA12A20319 ミヤザキマサハル" userId="S::nhs40315@nhs.hal.ac.jp::5ec3d969-2907-48bb-919e-4a32bdefdc66" providerId="AD" clId="Web-{792B824B-27AD-12D7-E3C3-BED291E7E41F}" dt="2025-06-30T07:19:16.454" v="142" actId="14100"/>
        <pc:sldMkLst>
          <pc:docMk/>
          <pc:sldMk cId="1067700142" sldId="280"/>
        </pc:sldMkLst>
        <pc:spChg chg="mod">
          <ac:chgData name="NHIA12A20319 ミヤザキマサハル" userId="S::nhs40315@nhs.hal.ac.jp::5ec3d969-2907-48bb-919e-4a32bdefdc66" providerId="AD" clId="Web-{792B824B-27AD-12D7-E3C3-BED291E7E41F}" dt="2025-06-30T07:18:53.187" v="134" actId="20577"/>
          <ac:spMkLst>
            <pc:docMk/>
            <pc:sldMk cId="1067700142" sldId="280"/>
            <ac:spMk id="2" creationId="{EAA20CE6-7A00-B870-A29F-3B4E7E40943D}"/>
          </ac:spMkLst>
        </pc:spChg>
        <pc:spChg chg="mod">
          <ac:chgData name="NHIA12A20319 ミヤザキマサハル" userId="S::nhs40315@nhs.hal.ac.jp::5ec3d969-2907-48bb-919e-4a32bdefdc66" providerId="AD" clId="Web-{792B824B-27AD-12D7-E3C3-BED291E7E41F}" dt="2025-06-30T07:19:16.454" v="142" actId="14100"/>
          <ac:spMkLst>
            <pc:docMk/>
            <pc:sldMk cId="1067700142" sldId="280"/>
            <ac:spMk id="4" creationId="{1198D5C9-2D48-0C13-BD2F-1B75EBA85EA7}"/>
          </ac:spMkLst>
        </pc:spChg>
        <pc:spChg chg="mod">
          <ac:chgData name="NHIA12A20319 ミヤザキマサハル" userId="S::nhs40315@nhs.hal.ac.jp::5ec3d969-2907-48bb-919e-4a32bdefdc66" providerId="AD" clId="Web-{792B824B-27AD-12D7-E3C3-BED291E7E41F}" dt="2025-06-30T07:19:10.422" v="141" actId="20577"/>
          <ac:spMkLst>
            <pc:docMk/>
            <pc:sldMk cId="1067700142" sldId="280"/>
            <ac:spMk id="6" creationId="{C0E70860-AD7F-24C8-9CEA-C5ADACACD241}"/>
          </ac:spMkLst>
        </pc:spChg>
      </pc:sldChg>
    </pc:docChg>
  </pc:docChgLst>
  <pc:docChgLst>
    <pc:chgData name="NHIA12A20314 西田光汰" userId="S::nhs40514@nhs.hal.ac.jp::27dcaf59-1f68-4887-98d5-cd53efeae261" providerId="AD" clId="Web-{D316ACA9-A90C-9D04-665B-DC8B30EA1B12}"/>
    <pc:docChg chg="modSld">
      <pc:chgData name="NHIA12A20314 西田光汰" userId="S::nhs40514@nhs.hal.ac.jp::27dcaf59-1f68-4887-98d5-cd53efeae261" providerId="AD" clId="Web-{D316ACA9-A90C-9D04-665B-DC8B30EA1B12}" dt="2025-06-30T05:49:41.042" v="13" actId="20577"/>
      <pc:docMkLst>
        <pc:docMk/>
      </pc:docMkLst>
      <pc:sldChg chg="modSp">
        <pc:chgData name="NHIA12A20314 西田光汰" userId="S::nhs40514@nhs.hal.ac.jp::27dcaf59-1f68-4887-98d5-cd53efeae261" providerId="AD" clId="Web-{D316ACA9-A90C-9D04-665B-DC8B30EA1B12}" dt="2025-06-30T05:49:41.042" v="13" actId="20577"/>
        <pc:sldMkLst>
          <pc:docMk/>
          <pc:sldMk cId="1229455177" sldId="259"/>
        </pc:sldMkLst>
        <pc:spChg chg="mod">
          <ac:chgData name="NHIA12A20314 西田光汰" userId="S::nhs40514@nhs.hal.ac.jp::27dcaf59-1f68-4887-98d5-cd53efeae261" providerId="AD" clId="Web-{D316ACA9-A90C-9D04-665B-DC8B30EA1B12}" dt="2025-06-30T05:49:41.042" v="13" actId="20577"/>
          <ac:spMkLst>
            <pc:docMk/>
            <pc:sldMk cId="1229455177" sldId="259"/>
            <ac:spMk id="3" creationId="{8418FC55-6456-3A5B-7252-D8D8F395044A}"/>
          </ac:spMkLst>
        </pc:spChg>
      </pc:sldChg>
    </pc:docChg>
  </pc:docChgLst>
  <pc:docChgLst>
    <pc:chgData name="NHIA12A20309 酒井晴琉真" userId="S::nhs40070@nhs.hal.ac.jp::e5be83d0-c1e8-4e9b-8edb-adae001d918e" providerId="AD" clId="Web-{D6AFF26A-B1B9-529E-4C2F-5358C9FCEC8D}"/>
    <pc:docChg chg="modSld">
      <pc:chgData name="NHIA12A20309 酒井晴琉真" userId="S::nhs40070@nhs.hal.ac.jp::e5be83d0-c1e8-4e9b-8edb-adae001d918e" providerId="AD" clId="Web-{D6AFF26A-B1B9-529E-4C2F-5358C9FCEC8D}" dt="2025-06-30T07:26:05.495" v="62" actId="20577"/>
      <pc:docMkLst>
        <pc:docMk/>
      </pc:docMkLst>
      <pc:sldChg chg="modSp">
        <pc:chgData name="NHIA12A20309 酒井晴琉真" userId="S::nhs40070@nhs.hal.ac.jp::e5be83d0-c1e8-4e9b-8edb-adae001d918e" providerId="AD" clId="Web-{D6AFF26A-B1B9-529E-4C2F-5358C9FCEC8D}" dt="2025-06-30T07:16:20.879" v="59" actId="20577"/>
        <pc:sldMkLst>
          <pc:docMk/>
          <pc:sldMk cId="3562666581" sldId="278"/>
        </pc:sldMkLst>
        <pc:spChg chg="mod">
          <ac:chgData name="NHIA12A20309 酒井晴琉真" userId="S::nhs40070@nhs.hal.ac.jp::e5be83d0-c1e8-4e9b-8edb-adae001d918e" providerId="AD" clId="Web-{D6AFF26A-B1B9-529E-4C2F-5358C9FCEC8D}" dt="2025-06-30T07:16:20.879" v="59" actId="20577"/>
          <ac:spMkLst>
            <pc:docMk/>
            <pc:sldMk cId="3562666581" sldId="278"/>
            <ac:spMk id="6" creationId="{20674A45-F78C-ABC5-D7F5-A555D5A1E14D}"/>
          </ac:spMkLst>
        </pc:spChg>
      </pc:sldChg>
      <pc:sldChg chg="modSp">
        <pc:chgData name="NHIA12A20309 酒井晴琉真" userId="S::nhs40070@nhs.hal.ac.jp::e5be83d0-c1e8-4e9b-8edb-adae001d918e" providerId="AD" clId="Web-{D6AFF26A-B1B9-529E-4C2F-5358C9FCEC8D}" dt="2025-06-30T07:26:05.495" v="62" actId="20577"/>
        <pc:sldMkLst>
          <pc:docMk/>
          <pc:sldMk cId="1067700142" sldId="280"/>
        </pc:sldMkLst>
        <pc:spChg chg="mod">
          <ac:chgData name="NHIA12A20309 酒井晴琉真" userId="S::nhs40070@nhs.hal.ac.jp::e5be83d0-c1e8-4e9b-8edb-adae001d918e" providerId="AD" clId="Web-{D6AFF26A-B1B9-529E-4C2F-5358C9FCEC8D}" dt="2025-06-30T07:26:05.495" v="62" actId="20577"/>
          <ac:spMkLst>
            <pc:docMk/>
            <pc:sldMk cId="1067700142" sldId="280"/>
            <ac:spMk id="6" creationId="{C0E70860-AD7F-24C8-9CEA-C5ADACACD241}"/>
          </ac:spMkLst>
        </pc:spChg>
      </pc:sldChg>
    </pc:docChg>
  </pc:docChgLst>
  <pc:docChgLst>
    <pc:chgData name="NHIA12A20319 ミヤザキマサハル" userId="S::nhs40315@nhs.hal.ac.jp::5ec3d969-2907-48bb-919e-4a32bdefdc66" providerId="AD" clId="Web-{1C3CE431-0B4F-47D0-F644-3EABC732FC34}"/>
    <pc:docChg chg="addSld delSld modSld">
      <pc:chgData name="NHIA12A20319 ミヤザキマサハル" userId="S::nhs40315@nhs.hal.ac.jp::5ec3d969-2907-48bb-919e-4a32bdefdc66" providerId="AD" clId="Web-{1C3CE431-0B4F-47D0-F644-3EABC732FC34}" dt="2025-06-30T06:33:14.121" v="224" actId="20577"/>
      <pc:docMkLst>
        <pc:docMk/>
      </pc:docMkLst>
      <pc:sldChg chg="modSp del">
        <pc:chgData name="NHIA12A20319 ミヤザキマサハル" userId="S::nhs40315@nhs.hal.ac.jp::5ec3d969-2907-48bb-919e-4a32bdefdc66" providerId="AD" clId="Web-{1C3CE431-0B4F-47D0-F644-3EABC732FC34}" dt="2025-06-30T06:15:22.617" v="156"/>
        <pc:sldMkLst>
          <pc:docMk/>
          <pc:sldMk cId="789308117" sldId="257"/>
        </pc:sldMkLst>
        <pc:spChg chg="mod">
          <ac:chgData name="NHIA12A20319 ミヤザキマサハル" userId="S::nhs40315@nhs.hal.ac.jp::5ec3d969-2907-48bb-919e-4a32bdefdc66" providerId="AD" clId="Web-{1C3CE431-0B4F-47D0-F644-3EABC732FC34}" dt="2025-06-30T05:39:06.169" v="2" actId="20577"/>
          <ac:spMkLst>
            <pc:docMk/>
            <pc:sldMk cId="789308117" sldId="257"/>
            <ac:spMk id="3" creationId="{1324DA42-E6AB-3BA0-DC75-B9D01B59AC96}"/>
          </ac:spMkLst>
        </pc:spChg>
        <pc:spChg chg="mod">
          <ac:chgData name="NHIA12A20319 ミヤザキマサハル" userId="S::nhs40315@nhs.hal.ac.jp::5ec3d969-2907-48bb-919e-4a32bdefdc66" providerId="AD" clId="Web-{1C3CE431-0B4F-47D0-F644-3EABC732FC34}" dt="2025-06-30T05:39:12.763" v="5" actId="20577"/>
          <ac:spMkLst>
            <pc:docMk/>
            <pc:sldMk cId="789308117" sldId="257"/>
            <ac:spMk id="5" creationId="{1A102192-2822-A8FD-E9E1-B4E8E1DEADD8}"/>
          </ac:spMkLst>
        </pc:spChg>
      </pc:sldChg>
      <pc:sldChg chg="addSp modSp mod setBg">
        <pc:chgData name="NHIA12A20319 ミヤザキマサハル" userId="S::nhs40315@nhs.hal.ac.jp::5ec3d969-2907-48bb-919e-4a32bdefdc66" providerId="AD" clId="Web-{1C3CE431-0B4F-47D0-F644-3EABC732FC34}" dt="2025-06-30T06:22:18.224" v="191" actId="1076"/>
        <pc:sldMkLst>
          <pc:docMk/>
          <pc:sldMk cId="2461480664" sldId="258"/>
        </pc:sldMkLst>
        <pc:spChg chg="mod">
          <ac:chgData name="NHIA12A20319 ミヤザキマサハル" userId="S::nhs40315@nhs.hal.ac.jp::5ec3d969-2907-48bb-919e-4a32bdefdc66" providerId="AD" clId="Web-{1C3CE431-0B4F-47D0-F644-3EABC732FC34}" dt="2025-06-30T06:06:31.021" v="86" actId="20577"/>
          <ac:spMkLst>
            <pc:docMk/>
            <pc:sldMk cId="2461480664" sldId="258"/>
            <ac:spMk id="2" creationId="{6B076B8A-2668-BF6B-3705-4F857CB62D8F}"/>
          </ac:spMkLst>
        </pc:spChg>
        <pc:spChg chg="add mod ord">
          <ac:chgData name="NHIA12A20319 ミヤザキマサハル" userId="S::nhs40315@nhs.hal.ac.jp::5ec3d969-2907-48bb-919e-4a32bdefdc66" providerId="AD" clId="Web-{1C3CE431-0B4F-47D0-F644-3EABC732FC34}" dt="2025-06-30T06:22:18.224" v="191" actId="1076"/>
          <ac:spMkLst>
            <pc:docMk/>
            <pc:sldMk cId="2461480664" sldId="258"/>
            <ac:spMk id="4" creationId="{C9975F8C-C47E-B0EE-13E3-C514473298D2}"/>
          </ac:spMkLst>
        </pc:spChg>
        <pc:spChg chg="mod">
          <ac:chgData name="NHIA12A20319 ミヤザキマサハル" userId="S::nhs40315@nhs.hal.ac.jp::5ec3d969-2907-48bb-919e-4a32bdefdc66" providerId="AD" clId="Web-{1C3CE431-0B4F-47D0-F644-3EABC732FC34}" dt="2025-06-30T06:17:05.651" v="168" actId="20577"/>
          <ac:spMkLst>
            <pc:docMk/>
            <pc:sldMk cId="2461480664" sldId="258"/>
            <ac:spMk id="6" creationId="{221D6D47-FA68-C7FC-1273-EE6C1EAA3390}"/>
          </ac:spMkLst>
        </pc:spChg>
        <pc:picChg chg="add mod">
          <ac:chgData name="NHIA12A20319 ミヤザキマサハル" userId="S::nhs40315@nhs.hal.ac.jp::5ec3d969-2907-48bb-919e-4a32bdefdc66" providerId="AD" clId="Web-{1C3CE431-0B4F-47D0-F644-3EABC732FC34}" dt="2025-06-30T05:58:57.771" v="53"/>
          <ac:picMkLst>
            <pc:docMk/>
            <pc:sldMk cId="2461480664" sldId="258"/>
            <ac:picMk id="3" creationId="{4137BBDA-D3CC-55A9-741B-F3E53828BB1B}"/>
          </ac:picMkLst>
        </pc:picChg>
      </pc:sldChg>
      <pc:sldChg chg="modSp">
        <pc:chgData name="NHIA12A20319 ミヤザキマサハル" userId="S::nhs40315@nhs.hal.ac.jp::5ec3d969-2907-48bb-919e-4a32bdefdc66" providerId="AD" clId="Web-{1C3CE431-0B4F-47D0-F644-3EABC732FC34}" dt="2025-06-30T06:22:06.068" v="189" actId="20577"/>
        <pc:sldMkLst>
          <pc:docMk/>
          <pc:sldMk cId="1229455177" sldId="259"/>
        </pc:sldMkLst>
        <pc:spChg chg="mod">
          <ac:chgData name="NHIA12A20319 ミヤザキマサハル" userId="S::nhs40315@nhs.hal.ac.jp::5ec3d969-2907-48bb-919e-4a32bdefdc66" providerId="AD" clId="Web-{1C3CE431-0B4F-47D0-F644-3EABC732FC34}" dt="2025-06-30T06:22:06.068" v="189" actId="20577"/>
          <ac:spMkLst>
            <pc:docMk/>
            <pc:sldMk cId="1229455177" sldId="259"/>
            <ac:spMk id="3" creationId="{8418FC55-6456-3A5B-7252-D8D8F395044A}"/>
          </ac:spMkLst>
        </pc:spChg>
        <pc:spChg chg="mod">
          <ac:chgData name="NHIA12A20319 ミヤザキマサハル" userId="S::nhs40315@nhs.hal.ac.jp::5ec3d969-2907-48bb-919e-4a32bdefdc66" providerId="AD" clId="Web-{1C3CE431-0B4F-47D0-F644-3EABC732FC34}" dt="2025-06-30T05:39:30.388" v="9" actId="20577"/>
          <ac:spMkLst>
            <pc:docMk/>
            <pc:sldMk cId="1229455177" sldId="259"/>
            <ac:spMk id="5" creationId="{2E6C2D28-B2CF-0801-7744-BBCDFBDCAA03}"/>
          </ac:spMkLst>
        </pc:spChg>
      </pc:sldChg>
      <pc:sldChg chg="modSp">
        <pc:chgData name="NHIA12A20319 ミヤザキマサハル" userId="S::nhs40315@nhs.hal.ac.jp::5ec3d969-2907-48bb-919e-4a32bdefdc66" providerId="AD" clId="Web-{1C3CE431-0B4F-47D0-F644-3EABC732FC34}" dt="2025-06-30T05:56:44.860" v="37" actId="20577"/>
        <pc:sldMkLst>
          <pc:docMk/>
          <pc:sldMk cId="801182970" sldId="260"/>
        </pc:sldMkLst>
        <pc:spChg chg="mod">
          <ac:chgData name="NHIA12A20319 ミヤザキマサハル" userId="S::nhs40315@nhs.hal.ac.jp::5ec3d969-2907-48bb-919e-4a32bdefdc66" providerId="AD" clId="Web-{1C3CE431-0B4F-47D0-F644-3EABC732FC34}" dt="2025-06-30T05:56:44.860" v="37" actId="20577"/>
          <ac:spMkLst>
            <pc:docMk/>
            <pc:sldMk cId="801182970" sldId="260"/>
            <ac:spMk id="3" creationId="{3E23FA44-5E36-7171-FC58-8980CDFECCA1}"/>
          </ac:spMkLst>
        </pc:spChg>
        <pc:spChg chg="mod">
          <ac:chgData name="NHIA12A20319 ミヤザキマサハル" userId="S::nhs40315@nhs.hal.ac.jp::5ec3d969-2907-48bb-919e-4a32bdefdc66" providerId="AD" clId="Web-{1C3CE431-0B4F-47D0-F644-3EABC732FC34}" dt="2025-06-30T05:56:41.845" v="36" actId="20577"/>
          <ac:spMkLst>
            <pc:docMk/>
            <pc:sldMk cId="801182970" sldId="260"/>
            <ac:spMk id="5" creationId="{AB08FF9E-4E6A-48FF-3470-2063E600EB90}"/>
          </ac:spMkLst>
        </pc:spChg>
      </pc:sldChg>
      <pc:sldChg chg="add">
        <pc:chgData name="NHIA12A20319 ミヤザキマサハル" userId="S::nhs40315@nhs.hal.ac.jp::5ec3d969-2907-48bb-919e-4a32bdefdc66" providerId="AD" clId="Web-{1C3CE431-0B4F-47D0-F644-3EABC732FC34}" dt="2025-06-30T06:25:46.466" v="196"/>
        <pc:sldMkLst>
          <pc:docMk/>
          <pc:sldMk cId="3464704983" sldId="270"/>
        </pc:sldMkLst>
      </pc:sldChg>
      <pc:sldChg chg="addSp delSp modSp add">
        <pc:chgData name="NHIA12A20319 ミヤザキマサハル" userId="S::nhs40315@nhs.hal.ac.jp::5ec3d969-2907-48bb-919e-4a32bdefdc66" providerId="AD" clId="Web-{1C3CE431-0B4F-47D0-F644-3EABC732FC34}" dt="2025-06-30T06:25:37.356" v="195"/>
        <pc:sldMkLst>
          <pc:docMk/>
          <pc:sldMk cId="3171735052" sldId="275"/>
        </pc:sldMkLst>
        <pc:spChg chg="mod">
          <ac:chgData name="NHIA12A20319 ミヤザキマサハル" userId="S::nhs40315@nhs.hal.ac.jp::5ec3d969-2907-48bb-919e-4a32bdefdc66" providerId="AD" clId="Web-{1C3CE431-0B4F-47D0-F644-3EABC732FC34}" dt="2025-06-30T05:46:19.090" v="28" actId="1076"/>
          <ac:spMkLst>
            <pc:docMk/>
            <pc:sldMk cId="3171735052" sldId="275"/>
            <ac:spMk id="2" creationId="{3DA984E2-4C7E-D7E0-9603-A0CE74BC7667}"/>
          </ac:spMkLst>
        </pc:spChg>
        <pc:spChg chg="add mod">
          <ac:chgData name="NHIA12A20319 ミヤザキマサハル" userId="S::nhs40315@nhs.hal.ac.jp::5ec3d969-2907-48bb-919e-4a32bdefdc66" providerId="AD" clId="Web-{1C3CE431-0B4F-47D0-F644-3EABC732FC34}" dt="2025-06-30T05:57:08.439" v="40"/>
          <ac:spMkLst>
            <pc:docMk/>
            <pc:sldMk cId="3171735052" sldId="275"/>
            <ac:spMk id="4" creationId="{3456403E-0E16-7EA2-6FDD-23B9F8CEC979}"/>
          </ac:spMkLst>
        </pc:spChg>
        <pc:spChg chg="add del mod">
          <ac:chgData name="NHIA12A20319 ミヤザキマサハル" userId="S::nhs40315@nhs.hal.ac.jp::5ec3d969-2907-48bb-919e-4a32bdefdc66" providerId="AD" clId="Web-{1C3CE431-0B4F-47D0-F644-3EABC732FC34}" dt="2025-06-30T06:25:37.356" v="195"/>
          <ac:spMkLst>
            <pc:docMk/>
            <pc:sldMk cId="3171735052" sldId="275"/>
            <ac:spMk id="5" creationId="{679D4DB6-13C6-B343-319D-02540DAAC504}"/>
          </ac:spMkLst>
        </pc:spChg>
        <pc:spChg chg="mod">
          <ac:chgData name="NHIA12A20319 ミヤザキマサハル" userId="S::nhs40315@nhs.hal.ac.jp::5ec3d969-2907-48bb-919e-4a32bdefdc66" providerId="AD" clId="Web-{1C3CE431-0B4F-47D0-F644-3EABC732FC34}" dt="2025-06-30T05:57:04.392" v="39" actId="20577"/>
          <ac:spMkLst>
            <pc:docMk/>
            <pc:sldMk cId="3171735052" sldId="275"/>
            <ac:spMk id="21" creationId="{A50CB90F-9D48-F8DD-961F-C3F1AE2B2D3D}"/>
          </ac:spMkLst>
        </pc:spChg>
        <pc:picChg chg="del">
          <ac:chgData name="NHIA12A20319 ミヤザキマサハル" userId="S::nhs40315@nhs.hal.ac.jp::5ec3d969-2907-48bb-919e-4a32bdefdc66" providerId="AD" clId="Web-{1C3CE431-0B4F-47D0-F644-3EABC732FC34}" dt="2025-06-30T05:57:08.439" v="40"/>
          <ac:picMkLst>
            <pc:docMk/>
            <pc:sldMk cId="3171735052" sldId="275"/>
            <ac:picMk id="9" creationId="{F1C48F23-8E0F-4719-8886-4A20421AABED}"/>
          </ac:picMkLst>
        </pc:picChg>
      </pc:sldChg>
      <pc:sldChg chg="addSp delSp modSp add replId">
        <pc:chgData name="NHIA12A20319 ミヤザキマサハル" userId="S::nhs40315@nhs.hal.ac.jp::5ec3d969-2907-48bb-919e-4a32bdefdc66" providerId="AD" clId="Web-{1C3CE431-0B4F-47D0-F644-3EABC732FC34}" dt="2025-06-30T06:16:39.275" v="166" actId="14100"/>
        <pc:sldMkLst>
          <pc:docMk/>
          <pc:sldMk cId="4247815287" sldId="276"/>
        </pc:sldMkLst>
        <pc:spChg chg="add del mod">
          <ac:chgData name="NHIA12A20319 ミヤザキマサハル" userId="S::nhs40315@nhs.hal.ac.jp::5ec3d969-2907-48bb-919e-4a32bdefdc66" providerId="AD" clId="Web-{1C3CE431-0B4F-47D0-F644-3EABC732FC34}" dt="2025-06-30T06:10:00.356" v="111"/>
          <ac:spMkLst>
            <pc:docMk/>
            <pc:sldMk cId="4247815287" sldId="276"/>
            <ac:spMk id="2" creationId="{7417ACD0-035C-E39E-1E0C-DFBC38E92C64}"/>
          </ac:spMkLst>
        </pc:spChg>
        <pc:spChg chg="mod">
          <ac:chgData name="NHIA12A20319 ミヤザキマサハル" userId="S::nhs40315@nhs.hal.ac.jp::5ec3d969-2907-48bb-919e-4a32bdefdc66" providerId="AD" clId="Web-{1C3CE431-0B4F-47D0-F644-3EABC732FC34}" dt="2025-06-30T06:16:39.275" v="166" actId="14100"/>
          <ac:spMkLst>
            <pc:docMk/>
            <pc:sldMk cId="4247815287" sldId="276"/>
            <ac:spMk id="4" creationId="{CEEE6E6E-47BF-4B12-3957-C58811FCBA8F}"/>
          </ac:spMkLst>
        </pc:spChg>
        <pc:spChg chg="mod">
          <ac:chgData name="NHIA12A20319 ミヤザキマサハル" userId="S::nhs40315@nhs.hal.ac.jp::5ec3d969-2907-48bb-919e-4a32bdefdc66" providerId="AD" clId="Web-{1C3CE431-0B4F-47D0-F644-3EABC732FC34}" dt="2025-06-30T06:08:04.321" v="96" actId="1076"/>
          <ac:spMkLst>
            <pc:docMk/>
            <pc:sldMk cId="4247815287" sldId="276"/>
            <ac:spMk id="6" creationId="{D21D5D7D-FB92-13B2-4F9A-6AA5B22377DF}"/>
          </ac:spMkLst>
        </pc:spChg>
        <pc:spChg chg="add del mod">
          <ac:chgData name="NHIA12A20319 ミヤザキマサハル" userId="S::nhs40315@nhs.hal.ac.jp::5ec3d969-2907-48bb-919e-4a32bdefdc66" providerId="AD" clId="Web-{1C3CE431-0B4F-47D0-F644-3EABC732FC34}" dt="2025-06-30T06:10:00.356" v="111"/>
          <ac:spMkLst>
            <pc:docMk/>
            <pc:sldMk cId="4247815287" sldId="276"/>
            <ac:spMk id="9" creationId="{1DD52AFC-240F-9ADF-68FE-9B4706DC79DB}"/>
          </ac:spMkLst>
        </pc:spChg>
        <pc:picChg chg="add del mod">
          <ac:chgData name="NHIA12A20319 ミヤザキマサハル" userId="S::nhs40315@nhs.hal.ac.jp::5ec3d969-2907-48bb-919e-4a32bdefdc66" providerId="AD" clId="Web-{1C3CE431-0B4F-47D0-F644-3EABC732FC34}" dt="2025-06-30T06:10:53.061" v="122"/>
          <ac:picMkLst>
            <pc:docMk/>
            <pc:sldMk cId="4247815287" sldId="276"/>
            <ac:picMk id="3" creationId="{9F498C89-2B79-1533-1936-420E19E82F16}"/>
          </ac:picMkLst>
        </pc:picChg>
        <pc:picChg chg="add del mod">
          <ac:chgData name="NHIA12A20319 ミヤザキマサハル" userId="S::nhs40315@nhs.hal.ac.jp::5ec3d969-2907-48bb-919e-4a32bdefdc66" providerId="AD" clId="Web-{1C3CE431-0B4F-47D0-F644-3EABC732FC34}" dt="2025-06-30T06:08:40.603" v="102"/>
          <ac:picMkLst>
            <pc:docMk/>
            <pc:sldMk cId="4247815287" sldId="276"/>
            <ac:picMk id="5" creationId="{2AC9A448-E5DC-F234-4A3C-4DA434488901}"/>
          </ac:picMkLst>
        </pc:picChg>
        <pc:picChg chg="add del mod">
          <ac:chgData name="NHIA12A20319 ミヤザキマサハル" userId="S::nhs40315@nhs.hal.ac.jp::5ec3d969-2907-48bb-919e-4a32bdefdc66" providerId="AD" clId="Web-{1C3CE431-0B4F-47D0-F644-3EABC732FC34}" dt="2025-06-30T06:10:06.184" v="114"/>
          <ac:picMkLst>
            <pc:docMk/>
            <pc:sldMk cId="4247815287" sldId="276"/>
            <ac:picMk id="7" creationId="{8D8E1AB1-E456-E675-2659-4BA0A9B747CE}"/>
          </ac:picMkLst>
        </pc:picChg>
        <pc:picChg chg="add mod">
          <ac:chgData name="NHIA12A20319 ミヤザキマサハル" userId="S::nhs40315@nhs.hal.ac.jp::5ec3d969-2907-48bb-919e-4a32bdefdc66" providerId="AD" clId="Web-{1C3CE431-0B4F-47D0-F644-3EABC732FC34}" dt="2025-06-30T06:15:10.835" v="155"/>
          <ac:picMkLst>
            <pc:docMk/>
            <pc:sldMk cId="4247815287" sldId="276"/>
            <ac:picMk id="10" creationId="{42BFFEDE-FFDA-1CAC-A8CE-43C3D6EC1044}"/>
          </ac:picMkLst>
        </pc:picChg>
      </pc:sldChg>
      <pc:sldChg chg="addSp delSp modSp add replId">
        <pc:chgData name="NHIA12A20319 ミヤザキマサハル" userId="S::nhs40315@nhs.hal.ac.jp::5ec3d969-2907-48bb-919e-4a32bdefdc66" providerId="AD" clId="Web-{1C3CE431-0B4F-47D0-F644-3EABC732FC34}" dt="2025-06-30T06:13:47.082" v="150"/>
        <pc:sldMkLst>
          <pc:docMk/>
          <pc:sldMk cId="2300582783" sldId="277"/>
        </pc:sldMkLst>
        <pc:spChg chg="mod">
          <ac:chgData name="NHIA12A20319 ミヤザキマサハル" userId="S::nhs40315@nhs.hal.ac.jp::5ec3d969-2907-48bb-919e-4a32bdefdc66" providerId="AD" clId="Web-{1C3CE431-0B4F-47D0-F644-3EABC732FC34}" dt="2025-06-30T06:12:40.486" v="139" actId="1076"/>
          <ac:spMkLst>
            <pc:docMk/>
            <pc:sldMk cId="2300582783" sldId="277"/>
            <ac:spMk id="2" creationId="{A906913D-CD4A-64D6-990F-99C5D0A12824}"/>
          </ac:spMkLst>
        </pc:spChg>
        <pc:spChg chg="mod">
          <ac:chgData name="NHIA12A20319 ミヤザキマサハル" userId="S::nhs40315@nhs.hal.ac.jp::5ec3d969-2907-48bb-919e-4a32bdefdc66" providerId="AD" clId="Web-{1C3CE431-0B4F-47D0-F644-3EABC732FC34}" dt="2025-06-30T06:12:52.783" v="141" actId="1076"/>
          <ac:spMkLst>
            <pc:docMk/>
            <pc:sldMk cId="2300582783" sldId="277"/>
            <ac:spMk id="4" creationId="{BE3D44D1-6590-7A28-753E-62463CCFAAC8}"/>
          </ac:spMkLst>
        </pc:spChg>
        <pc:spChg chg="mod">
          <ac:chgData name="NHIA12A20319 ミヤザキマサハル" userId="S::nhs40315@nhs.hal.ac.jp::5ec3d969-2907-48bb-919e-4a32bdefdc66" providerId="AD" clId="Web-{1C3CE431-0B4F-47D0-F644-3EABC732FC34}" dt="2025-06-30T06:12:23.032" v="136" actId="20577"/>
          <ac:spMkLst>
            <pc:docMk/>
            <pc:sldMk cId="2300582783" sldId="277"/>
            <ac:spMk id="6" creationId="{DB2C2F4A-833B-25FB-D3E5-50FE887B4DE8}"/>
          </ac:spMkLst>
        </pc:spChg>
        <pc:picChg chg="del">
          <ac:chgData name="NHIA12A20319 ミヤザキマサハル" userId="S::nhs40315@nhs.hal.ac.jp::5ec3d969-2907-48bb-919e-4a32bdefdc66" providerId="AD" clId="Web-{1C3CE431-0B4F-47D0-F644-3EABC732FC34}" dt="2025-06-30T06:10:47.326" v="121"/>
          <ac:picMkLst>
            <pc:docMk/>
            <pc:sldMk cId="2300582783" sldId="277"/>
            <ac:picMk id="3" creationId="{941E324C-9DA2-D984-0BF0-2D7F958ECD0E}"/>
          </ac:picMkLst>
        </pc:picChg>
        <pc:picChg chg="add mod">
          <ac:chgData name="NHIA12A20319 ミヤザキマサハル" userId="S::nhs40315@nhs.hal.ac.jp::5ec3d969-2907-48bb-919e-4a32bdefdc66" providerId="AD" clId="Web-{1C3CE431-0B4F-47D0-F644-3EABC732FC34}" dt="2025-06-30T06:13:47.082" v="150"/>
          <ac:picMkLst>
            <pc:docMk/>
            <pc:sldMk cId="2300582783" sldId="277"/>
            <ac:picMk id="5" creationId="{C0BB57DF-B5B9-136F-497F-C09F9370D34E}"/>
          </ac:picMkLst>
        </pc:picChg>
      </pc:sldChg>
      <pc:sldChg chg="delSp modSp add replId">
        <pc:chgData name="NHIA12A20319 ミヤザキマサハル" userId="S::nhs40315@nhs.hal.ac.jp::5ec3d969-2907-48bb-919e-4a32bdefdc66" providerId="AD" clId="Web-{1C3CE431-0B4F-47D0-F644-3EABC732FC34}" dt="2025-06-30T06:33:14.121" v="224" actId="20577"/>
        <pc:sldMkLst>
          <pc:docMk/>
          <pc:sldMk cId="3562666581" sldId="278"/>
        </pc:sldMkLst>
        <pc:spChg chg="mod">
          <ac:chgData name="NHIA12A20319 ミヤザキマサハル" userId="S::nhs40315@nhs.hal.ac.jp::5ec3d969-2907-48bb-919e-4a32bdefdc66" providerId="AD" clId="Web-{1C3CE431-0B4F-47D0-F644-3EABC732FC34}" dt="2025-06-30T06:32:37.229" v="217" actId="1076"/>
          <ac:spMkLst>
            <pc:docMk/>
            <pc:sldMk cId="3562666581" sldId="278"/>
            <ac:spMk id="2" creationId="{0DC35781-6E18-55AB-80E0-6B8CAABFCAA7}"/>
          </ac:spMkLst>
        </pc:spChg>
        <pc:spChg chg="mod">
          <ac:chgData name="NHIA12A20319 ミヤザキマサハル" userId="S::nhs40315@nhs.hal.ac.jp::5ec3d969-2907-48bb-919e-4a32bdefdc66" providerId="AD" clId="Web-{1C3CE431-0B4F-47D0-F644-3EABC732FC34}" dt="2025-06-30T06:32:52.699" v="221" actId="14100"/>
          <ac:spMkLst>
            <pc:docMk/>
            <pc:sldMk cId="3562666581" sldId="278"/>
            <ac:spMk id="4" creationId="{C7E68E72-5BE8-86BB-BFF5-B3590AE2355B}"/>
          </ac:spMkLst>
        </pc:spChg>
        <pc:spChg chg="mod">
          <ac:chgData name="NHIA12A20319 ミヤザキマサハル" userId="S::nhs40315@nhs.hal.ac.jp::5ec3d969-2907-48bb-919e-4a32bdefdc66" providerId="AD" clId="Web-{1C3CE431-0B4F-47D0-F644-3EABC732FC34}" dt="2025-06-30T06:33:14.121" v="224" actId="20577"/>
          <ac:spMkLst>
            <pc:docMk/>
            <pc:sldMk cId="3562666581" sldId="278"/>
            <ac:spMk id="6" creationId="{20674A45-F78C-ABC5-D7F5-A555D5A1E14D}"/>
          </ac:spMkLst>
        </pc:spChg>
        <pc:picChg chg="del">
          <ac:chgData name="NHIA12A20319 ミヤザキマサハル" userId="S::nhs40315@nhs.hal.ac.jp::5ec3d969-2907-48bb-919e-4a32bdefdc66" providerId="AD" clId="Web-{1C3CE431-0B4F-47D0-F644-3EABC732FC34}" dt="2025-06-30T06:17:27.793" v="170"/>
          <ac:picMkLst>
            <pc:docMk/>
            <pc:sldMk cId="3562666581" sldId="278"/>
            <ac:picMk id="5" creationId="{5A926BD4-30C4-3B26-0B25-5E9D21899623}"/>
          </ac:picMkLst>
        </pc:picChg>
      </pc:sldChg>
      <pc:sldMasterChg chg="addSldLayout">
        <pc:chgData name="NHIA12A20319 ミヤザキマサハル" userId="S::nhs40315@nhs.hal.ac.jp::5ec3d969-2907-48bb-919e-4a32bdefdc66" providerId="AD" clId="Web-{1C3CE431-0B4F-47D0-F644-3EABC732FC34}" dt="2025-06-30T06:25:46.466" v="196"/>
        <pc:sldMasterMkLst>
          <pc:docMk/>
          <pc:sldMasterMk cId="1548320224" sldId="2147483648"/>
        </pc:sldMasterMkLst>
        <pc:sldLayoutChg chg="add">
          <pc:chgData name="NHIA12A20319 ミヤザキマサハル" userId="S::nhs40315@nhs.hal.ac.jp::5ec3d969-2907-48bb-919e-4a32bdefdc66" providerId="AD" clId="Web-{1C3CE431-0B4F-47D0-F644-3EABC732FC34}" dt="2025-06-30T05:43:36.256" v="10"/>
          <pc:sldLayoutMkLst>
            <pc:docMk/>
            <pc:sldMasterMk cId="1548320224" sldId="2147483648"/>
            <pc:sldLayoutMk cId="3201856191" sldId="2147483660"/>
          </pc:sldLayoutMkLst>
        </pc:sldLayoutChg>
        <pc:sldLayoutChg chg="add">
          <pc:chgData name="NHIA12A20319 ミヤザキマサハル" userId="S::nhs40315@nhs.hal.ac.jp::5ec3d969-2907-48bb-919e-4a32bdefdc66" providerId="AD" clId="Web-{1C3CE431-0B4F-47D0-F644-3EABC732FC34}" dt="2025-06-30T06:25:46.466" v="196"/>
          <pc:sldLayoutMkLst>
            <pc:docMk/>
            <pc:sldMasterMk cId="1548320224" sldId="2147483648"/>
            <pc:sldLayoutMk cId="3704933593" sldId="2147483661"/>
          </pc:sldLayoutMkLst>
        </pc:sldLayoutChg>
      </pc:sldMasterChg>
    </pc:docChg>
  </pc:docChgLst>
  <pc:docChgLst>
    <pc:chgData name="NHIA12A20319 ミヤザキマサハル" userId="S::nhs40315@nhs.hal.ac.jp::5ec3d969-2907-48bb-919e-4a32bdefdc66" providerId="AD" clId="Web-{20F9158B-D8CB-AEC9-199B-73FE89FED78A}"/>
    <pc:docChg chg="modSld">
      <pc:chgData name="NHIA12A20319 ミヤザキマサハル" userId="S::nhs40315@nhs.hal.ac.jp::5ec3d969-2907-48bb-919e-4a32bdefdc66" providerId="AD" clId="Web-{20F9158B-D8CB-AEC9-199B-73FE89FED78A}" dt="2025-06-30T05:38:09.029" v="37" actId="1076"/>
      <pc:docMkLst>
        <pc:docMk/>
      </pc:docMkLst>
      <pc:sldChg chg="modSp">
        <pc:chgData name="NHIA12A20319 ミヤザキマサハル" userId="S::nhs40315@nhs.hal.ac.jp::5ec3d969-2907-48bb-919e-4a32bdefdc66" providerId="AD" clId="Web-{20F9158B-D8CB-AEC9-199B-73FE89FED78A}" dt="2025-06-30T05:37:53.888" v="34" actId="20577"/>
        <pc:sldMkLst>
          <pc:docMk/>
          <pc:sldMk cId="789308117" sldId="257"/>
        </pc:sldMkLst>
        <pc:spChg chg="mod">
          <ac:chgData name="NHIA12A20319 ミヤザキマサハル" userId="S::nhs40315@nhs.hal.ac.jp::5ec3d969-2907-48bb-919e-4a32bdefdc66" providerId="AD" clId="Web-{20F9158B-D8CB-AEC9-199B-73FE89FED78A}" dt="2025-06-30T05:37:53.888" v="34" actId="20577"/>
          <ac:spMkLst>
            <pc:docMk/>
            <pc:sldMk cId="789308117" sldId="257"/>
            <ac:spMk id="3" creationId="{1324DA42-E6AB-3BA0-DC75-B9D01B59AC96}"/>
          </ac:spMkLst>
        </pc:spChg>
        <pc:spChg chg="mod">
          <ac:chgData name="NHIA12A20319 ミヤザキマサハル" userId="S::nhs40315@nhs.hal.ac.jp::5ec3d969-2907-48bb-919e-4a32bdefdc66" providerId="AD" clId="Web-{20F9158B-D8CB-AEC9-199B-73FE89FED78A}" dt="2025-06-30T05:35:51.899" v="15" actId="20577"/>
          <ac:spMkLst>
            <pc:docMk/>
            <pc:sldMk cId="789308117" sldId="257"/>
            <ac:spMk id="5" creationId="{1A102192-2822-A8FD-E9E1-B4E8E1DEADD8}"/>
          </ac:spMkLst>
        </pc:spChg>
      </pc:sldChg>
      <pc:sldChg chg="modSp">
        <pc:chgData name="NHIA12A20319 ミヤザキマサハル" userId="S::nhs40315@nhs.hal.ac.jp::5ec3d969-2907-48bb-919e-4a32bdefdc66" providerId="AD" clId="Web-{20F9158B-D8CB-AEC9-199B-73FE89FED78A}" dt="2025-06-30T05:38:09.029" v="37" actId="1076"/>
        <pc:sldMkLst>
          <pc:docMk/>
          <pc:sldMk cId="2461480664" sldId="258"/>
        </pc:sldMkLst>
        <pc:spChg chg="mod">
          <ac:chgData name="NHIA12A20319 ミヤザキマサハル" userId="S::nhs40315@nhs.hal.ac.jp::5ec3d969-2907-48bb-919e-4a32bdefdc66" providerId="AD" clId="Web-{20F9158B-D8CB-AEC9-199B-73FE89FED78A}" dt="2025-06-30T05:38:09.029" v="37" actId="1076"/>
          <ac:spMkLst>
            <pc:docMk/>
            <pc:sldMk cId="2461480664" sldId="258"/>
            <ac:spMk id="6" creationId="{221D6D47-FA68-C7FC-1273-EE6C1EAA3390}"/>
          </ac:spMkLst>
        </pc:spChg>
      </pc:sldChg>
      <pc:sldChg chg="modSp">
        <pc:chgData name="NHIA12A20319 ミヤザキマサハル" userId="S::nhs40315@nhs.hal.ac.jp::5ec3d969-2907-48bb-919e-4a32bdefdc66" providerId="AD" clId="Web-{20F9158B-D8CB-AEC9-199B-73FE89FED78A}" dt="2025-06-30T05:36:53.276" v="23" actId="20577"/>
        <pc:sldMkLst>
          <pc:docMk/>
          <pc:sldMk cId="1229455177" sldId="259"/>
        </pc:sldMkLst>
        <pc:spChg chg="mod">
          <ac:chgData name="NHIA12A20319 ミヤザキマサハル" userId="S::nhs40315@nhs.hal.ac.jp::5ec3d969-2907-48bb-919e-4a32bdefdc66" providerId="AD" clId="Web-{20F9158B-D8CB-AEC9-199B-73FE89FED78A}" dt="2025-06-30T05:36:53.276" v="23" actId="20577"/>
          <ac:spMkLst>
            <pc:docMk/>
            <pc:sldMk cId="1229455177" sldId="259"/>
            <ac:spMk id="3" creationId="{8418FC55-6456-3A5B-7252-D8D8F395044A}"/>
          </ac:spMkLst>
        </pc:spChg>
        <pc:spChg chg="mod">
          <ac:chgData name="NHIA12A20319 ミヤザキマサハル" userId="S::nhs40315@nhs.hal.ac.jp::5ec3d969-2907-48bb-919e-4a32bdefdc66" providerId="AD" clId="Web-{20F9158B-D8CB-AEC9-199B-73FE89FED78A}" dt="2025-06-30T05:36:47.213" v="21" actId="20577"/>
          <ac:spMkLst>
            <pc:docMk/>
            <pc:sldMk cId="1229455177" sldId="259"/>
            <ac:spMk id="5" creationId="{2E6C2D28-B2CF-0801-7744-BBCDFBDCAA03}"/>
          </ac:spMkLst>
        </pc:spChg>
      </pc:sldChg>
      <pc:sldChg chg="modSp">
        <pc:chgData name="NHIA12A20319 ミヤザキマサハル" userId="S::nhs40315@nhs.hal.ac.jp::5ec3d969-2907-48bb-919e-4a32bdefdc66" providerId="AD" clId="Web-{20F9158B-D8CB-AEC9-199B-73FE89FED78A}" dt="2025-06-30T05:37:44.122" v="31" actId="20577"/>
        <pc:sldMkLst>
          <pc:docMk/>
          <pc:sldMk cId="801182970" sldId="260"/>
        </pc:sldMkLst>
        <pc:spChg chg="mod">
          <ac:chgData name="NHIA12A20319 ミヤザキマサハル" userId="S::nhs40315@nhs.hal.ac.jp::5ec3d969-2907-48bb-919e-4a32bdefdc66" providerId="AD" clId="Web-{20F9158B-D8CB-AEC9-199B-73FE89FED78A}" dt="2025-06-30T05:37:40.153" v="30" actId="20577"/>
          <ac:spMkLst>
            <pc:docMk/>
            <pc:sldMk cId="801182970" sldId="260"/>
            <ac:spMk id="3" creationId="{3E23FA44-5E36-7171-FC58-8980CDFECCA1}"/>
          </ac:spMkLst>
        </pc:spChg>
        <pc:spChg chg="mod">
          <ac:chgData name="NHIA12A20319 ミヤザキマサハル" userId="S::nhs40315@nhs.hal.ac.jp::5ec3d969-2907-48bb-919e-4a32bdefdc66" providerId="AD" clId="Web-{20F9158B-D8CB-AEC9-199B-73FE89FED78A}" dt="2025-06-30T05:37:44.122" v="31" actId="20577"/>
          <ac:spMkLst>
            <pc:docMk/>
            <pc:sldMk cId="801182970" sldId="260"/>
            <ac:spMk id="5" creationId="{AB08FF9E-4E6A-48FF-3470-2063E600EB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9A56B-8674-468F-8F76-FC10090F5F6D}" type="datetimeFigureOut">
              <a:t>2025/9/8</a:t>
            </a:fld>
            <a:endParaRPr kumimoji="1"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/>
              <a:t>Click to edit Master text styles</a:t>
            </a:r>
          </a:p>
          <a:p>
            <a:pPr lvl="1"/>
            <a:r>
              <a:rPr kumimoji="1" lang="en-US"/>
              <a:t>Second level</a:t>
            </a:r>
          </a:p>
          <a:p>
            <a:pPr lvl="2"/>
            <a:r>
              <a:rPr kumimoji="1" lang="en-US"/>
              <a:t>Third level</a:t>
            </a:r>
          </a:p>
          <a:p>
            <a:pPr lvl="3"/>
            <a:r>
              <a:rPr kumimoji="1" lang="en-US"/>
              <a:t>Fourth level</a:t>
            </a:r>
          </a:p>
          <a:p>
            <a:pPr lvl="4"/>
            <a:r>
              <a:rPr kumimoji="1"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9899A-D9AD-4381-9EF8-EB65E3B802F2}" type="slidenum">
              <a:t>‹#›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856754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D7D3E5B-4BED-B24C-9674-6B6454D04561}" type="slidenum">
              <a:rPr lang="en-US" altLang="ja-JP" smtClean="0"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80612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3AFDD5-B0BA-0B5F-A2A8-4C0848632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BEC9D21-6CA6-BC38-D3CB-B36148688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230862-5109-C10B-F823-EAFEB1E48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F61A23-98D8-0B97-616B-039E8564D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776667-E23B-6BC9-36E0-FC3A750D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6684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21100A-F890-275F-73D0-96FC3D23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3AFC2E-FF15-CF18-AEFD-44EC7C5E9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B40577-809D-6199-606C-6332EA10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AA07A4-3893-29C9-574B-556DB834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E501E2-7BE8-EDAE-F4DE-DB5B5B4E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805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049F29-258F-3B79-D675-78FA32D3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294E85-E560-DB4D-B063-5A3830CAB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65E83D-38F6-A303-C1C0-0051F44B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38FA90-5F31-6A5B-97FC-770B402D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2B1E70-F94A-895D-2EAC-B5B9AA8C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224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D9CE03-74E7-04F5-8E47-55A35E0AD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EDC2C4-54CD-6D11-8E39-A4059D03A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8A8D74-2230-27D4-AAE6-A7411E4B3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1235B4-1DD3-2D9F-4214-1ACA05886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14FB10-2B6A-2E64-CEF3-147A1F9D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6EB673-ED2F-2308-356A-4309AC0D0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41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1A6C01-181D-9C38-AA21-8743B9474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7ADDA4-2A48-0C53-9899-0B4D8020D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B1C181F-5EBF-B21D-57F7-9AE3C740E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AEF9501-0D6D-F245-5EF5-2A1D92C365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448D11-1632-DA53-7D31-03F9D5582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39C5728-8CBC-DD1A-EBFB-58434B03E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475B78B-66AB-1A0F-88BF-ADE7C80DB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0690B93-8FDC-B0BC-B80E-64B367A63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997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775462-065F-4023-781B-519D824A8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3764AE5-1332-ACCF-DB6D-E4E8439F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5CA84F7-C861-621A-78CE-DA423AF9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CD90C8C-DFB6-6C81-45F8-0F8B5A7DE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287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EA8B3F3-8565-5A65-978A-9DC0946F7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D9588ED-75DC-22AB-2995-3848664F9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CA6263-B18F-8B26-24B7-5E3F3B066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3074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BDDFCC-068D-3E96-4857-098AA2F9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1030B7-0826-D712-C08E-572525C93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F747A0-7D9C-BC69-415C-F1718F611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96C4D9-BFB8-D2CD-4B3D-BC33EA588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00470C-56B7-C1C8-9864-16C23821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B52730-823F-07E1-8304-3775B364A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34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96347D-BA05-2690-0744-EDC98C0A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06A652-4F7E-57DF-0FCA-2ED58B6A36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FA9EBF-2920-BD7C-FF52-16A005437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B822AF-FA55-91D7-BEAB-8ECAA18D4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09A01B-9E7A-2255-0300-905A9EA1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4DD960-000F-7A45-6D71-A68C9337F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686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97A4DD-2F44-4C05-3B15-43B70E91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4610F26-77FC-B9A5-226B-AB38755B6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E8524E-A91D-FA87-8C7B-441124353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8383C9-FA16-63D9-55A7-D9015543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0D87BF-0166-8F53-779F-D165958A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483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7B7DDE2-BF63-5F95-1182-083DC85C11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DC6E86C-0EF9-7224-5CE3-E43F678A1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25E026-344B-3DA2-A22E-1508A7346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2A1F-2D19-A622-228D-E95E9BAB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351CB2-D56F-9E02-C090-9FFBF33E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7253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2" y="654637"/>
            <a:ext cx="4834517" cy="2774361"/>
          </a:xfrm>
        </p:spPr>
        <p:txBody>
          <a:bodyPr lIns="0" tIns="0" rIns="0" bIns="0" rtlCol="0" anchor="b">
            <a:noAutofit/>
          </a:bodyPr>
          <a:lstStyle>
            <a:lvl1pPr>
              <a:defRPr sz="3600" cap="all" baseline="0"/>
            </a:lvl1pPr>
          </a:lstStyle>
          <a:p>
            <a:pPr rtl="0"/>
            <a:r>
              <a:rPr lang="ja-JP" altLang="en-US" noProof="0"/>
              <a:t>クリックしてマスター タイトルのスタイルを編集する</a:t>
            </a:r>
          </a:p>
        </p:txBody>
      </p:sp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</p:spPr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1" y="3429000"/>
            <a:ext cx="4834517" cy="277436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ja-JP" altLang="en-US" noProof="0"/>
              <a:t>クリックしてマスター テキストのスタイルを編集</a:t>
            </a:r>
          </a:p>
        </p:txBody>
      </p:sp>
    </p:spTree>
    <p:extLst>
      <p:ext uri="{BB962C8B-B14F-4D97-AF65-F5344CB8AC3E}">
        <p14:creationId xmlns:p14="http://schemas.microsoft.com/office/powerpoint/2010/main" val="32018561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市場空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フリーフォーム:図形 12">
            <a:extLst>
              <a:ext uri="{FF2B5EF4-FFF2-40B4-BE49-F238E27FC236}">
                <a16:creationId xmlns:a16="http://schemas.microsoft.com/office/drawing/2014/main" id="{070BDE6F-3ADC-465D-A1D5-2E3FEE5E3685}"/>
              </a:ext>
            </a:extLst>
          </p:cNvPr>
          <p:cNvSpPr/>
          <p:nvPr userDrawn="1"/>
        </p:nvSpPr>
        <p:spPr>
          <a:xfrm rot="4308689">
            <a:off x="9605830" y="-345925"/>
            <a:ext cx="2706415" cy="2832124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1999" y="6188628"/>
            <a:ext cx="878494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フッターを追加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9B51A1E-902D-48AF-9020-955120F399B6}" type="slidenum">
              <a:rPr lang="en-US" altLang="ja-JP" smtClean="0"/>
              <a:pPr/>
              <a:t>‹#›</a:t>
            </a:fld>
            <a:endParaRPr lang="ja-JP" altLang="en-US"/>
          </a:p>
        </p:txBody>
      </p:sp>
      <p:cxnSp>
        <p:nvCxnSpPr>
          <p:cNvPr id="14" name="直線​​コネクタ(S) 13">
            <a:extLst>
              <a:ext uri="{FF2B5EF4-FFF2-40B4-BE49-F238E27FC236}">
                <a16:creationId xmlns:a16="http://schemas.microsoft.com/office/drawing/2014/main" id="{B3B7A27A-7EBF-4E8D-A115-E66CB9FAB63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19756"/>
            <a:ext cx="0" cy="436984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​​コネクタ(S) 14">
            <a:extLst>
              <a:ext uri="{FF2B5EF4-FFF2-40B4-BE49-F238E27FC236}">
                <a16:creationId xmlns:a16="http://schemas.microsoft.com/office/drawing/2014/main" id="{1BFFAC39-59BE-48F2-AD63-62BEFC00B1D5}"/>
              </a:ext>
            </a:extLst>
          </p:cNvPr>
          <p:cNvCxnSpPr>
            <a:cxnSpLocks/>
          </p:cNvCxnSpPr>
          <p:nvPr userDrawn="1"/>
        </p:nvCxnSpPr>
        <p:spPr>
          <a:xfrm flipH="1">
            <a:off x="432000" y="3504678"/>
            <a:ext cx="1134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プレースホルダー 5">
            <a:extLst>
              <a:ext uri="{FF2B5EF4-FFF2-40B4-BE49-F238E27FC236}">
                <a16:creationId xmlns:a16="http://schemas.microsoft.com/office/drawing/2014/main" id="{FA965502-3EB0-4B3F-B1BD-4A4FCF7FFB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12000" y="951013"/>
            <a:ext cx="1980000" cy="252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rtl="0"/>
            <a:r>
              <a:rPr lang="ja-JP" altLang="en-US" noProof="0"/>
              <a:t>四分区間のタイトル</a:t>
            </a:r>
          </a:p>
        </p:txBody>
      </p:sp>
      <p:sp>
        <p:nvSpPr>
          <p:cNvPr id="20" name="テキスト プレースホルダー 5">
            <a:extLst>
              <a:ext uri="{FF2B5EF4-FFF2-40B4-BE49-F238E27FC236}">
                <a16:creationId xmlns:a16="http://schemas.microsoft.com/office/drawing/2014/main" id="{C18A1C3D-3A6C-4F03-9E67-CC675C5FE3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6000" y="5857570"/>
            <a:ext cx="1980000" cy="252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rtl="0"/>
            <a:r>
              <a:rPr lang="ja-JP" altLang="en-US" noProof="0"/>
              <a:t>四分区間のタイトル</a:t>
            </a:r>
          </a:p>
        </p:txBody>
      </p:sp>
      <p:sp>
        <p:nvSpPr>
          <p:cNvPr id="21" name="テキスト プレースホルダー 5">
            <a:extLst>
              <a:ext uri="{FF2B5EF4-FFF2-40B4-BE49-F238E27FC236}">
                <a16:creationId xmlns:a16="http://schemas.microsoft.com/office/drawing/2014/main" id="{469CF172-1F46-411E-B0E1-B0220CFB3D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3187823"/>
            <a:ext cx="1980000" cy="252000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rtl="0"/>
            <a:r>
              <a:rPr lang="ja-JP" altLang="en-US" noProof="0"/>
              <a:t>四分区間のタイトル</a:t>
            </a:r>
          </a:p>
        </p:txBody>
      </p:sp>
      <p:sp>
        <p:nvSpPr>
          <p:cNvPr id="22" name="テキスト プレースホルダー 5">
            <a:extLst>
              <a:ext uri="{FF2B5EF4-FFF2-40B4-BE49-F238E27FC236}">
                <a16:creationId xmlns:a16="http://schemas.microsoft.com/office/drawing/2014/main" id="{BD9E85DB-9B95-40F2-9F0B-3D21BC9DCD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92001" y="3187823"/>
            <a:ext cx="1980000" cy="252000"/>
          </a:xfr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 rtl="0"/>
            <a:r>
              <a:rPr lang="ja-JP" altLang="en-US" noProof="0"/>
              <a:t>四分区間のタイトル</a:t>
            </a:r>
          </a:p>
        </p:txBody>
      </p:sp>
    </p:spTree>
    <p:extLst>
      <p:ext uri="{BB962C8B-B14F-4D97-AF65-F5344CB8AC3E}">
        <p14:creationId xmlns:p14="http://schemas.microsoft.com/office/powerpoint/2010/main" val="3704933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38CD617-BE39-DFCC-BE5F-81B291EC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FC0E8B-0B7B-045C-8F7D-A42C8D845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3C315A-6C83-32D3-836D-F7B880A70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163E2-073F-4B14-9686-EA66873C0C0E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483842-94E8-976A-CCE7-88B409848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624EA0-8062-BBF0-A83C-A20E61D6B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32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長方形 13">
            <a:extLst>
              <a:ext uri="{FF2B5EF4-FFF2-40B4-BE49-F238E27FC236}">
                <a16:creationId xmlns:a16="http://schemas.microsoft.com/office/drawing/2014/main" id="{4F94E543-DE28-DE8C-D769-8FC8DD875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79043" y="4522839"/>
            <a:ext cx="3512957" cy="144408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D55FCD-99A7-FF5A-96F7-FC3DC1CD9FAD}"/>
              </a:ext>
            </a:extLst>
          </p:cNvPr>
          <p:cNvSpPr/>
          <p:nvPr/>
        </p:nvSpPr>
        <p:spPr>
          <a:xfrm>
            <a:off x="3044508" y="1681316"/>
            <a:ext cx="6456945" cy="220209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505F7F9-57D5-F7D8-6261-2245D5882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8903"/>
            <a:ext cx="9144000" cy="1101060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solidFill>
                  <a:schemeClr val="tx2"/>
                </a:solidFill>
                <a:ea typeface="游ゴシック Light"/>
              </a:rPr>
              <a:t>モノタル</a:t>
            </a:r>
            <a:br>
              <a:rPr lang="en-US" altLang="ja-JP" b="1" dirty="0">
                <a:solidFill>
                  <a:schemeClr val="tx2"/>
                </a:solidFill>
                <a:ea typeface="游ゴシック Light"/>
              </a:rPr>
            </a:br>
            <a:r>
              <a:rPr lang="ja-JP" altLang="en-US" b="1" dirty="0">
                <a:solidFill>
                  <a:schemeClr val="tx2"/>
                </a:solidFill>
                <a:ea typeface="游ゴシック Light"/>
              </a:rPr>
              <a:t>企画説明書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9E3FF-F8F2-FF2D-F95C-35C6AED23846}"/>
              </a:ext>
            </a:extLst>
          </p:cNvPr>
          <p:cNvSpPr txBox="1"/>
          <p:nvPr/>
        </p:nvSpPr>
        <p:spPr>
          <a:xfrm>
            <a:off x="9196642" y="4860160"/>
            <a:ext cx="3263616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400" dirty="0">
                <a:solidFill>
                  <a:schemeClr val="accent1">
                    <a:lumMod val="49000"/>
                  </a:schemeClr>
                </a:solidFill>
                <a:ea typeface="游ゴシック"/>
              </a:rPr>
              <a:t>Lグループ</a:t>
            </a:r>
            <a:endParaRPr lang="en-US" sz="4400" dirty="0">
              <a:solidFill>
                <a:schemeClr val="accent1">
                  <a:lumMod val="49000"/>
                </a:schemeClr>
              </a:solidFill>
              <a:ea typeface="游ゴシック"/>
            </a:endParaRPr>
          </a:p>
        </p:txBody>
      </p:sp>
      <p:pic>
        <p:nvPicPr>
          <p:cNvPr id="11" name="グラフィックス 10" descr="丘の光景 枠線">
            <a:extLst>
              <a:ext uri="{FF2B5EF4-FFF2-40B4-BE49-F238E27FC236}">
                <a16:creationId xmlns:a16="http://schemas.microsoft.com/office/drawing/2014/main" id="{F247DD8B-35B1-B013-130F-4C13BC5FD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96385" y="4296477"/>
            <a:ext cx="3340893" cy="3340893"/>
          </a:xfrm>
          <a:prstGeom prst="rect">
            <a:avLst/>
          </a:prstGeom>
        </p:spPr>
      </p:pic>
      <p:pic>
        <p:nvPicPr>
          <p:cNvPr id="13" name="グラフィックス 12" descr="ブライユ点字 単色塗りつぶし">
            <a:extLst>
              <a:ext uri="{FF2B5EF4-FFF2-40B4-BE49-F238E27FC236}">
                <a16:creationId xmlns:a16="http://schemas.microsoft.com/office/drawing/2014/main" id="{49511A8B-C047-86F3-2FC4-B81DDA74BA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327701">
            <a:off x="10449931" y="862941"/>
            <a:ext cx="2583075" cy="2583075"/>
          </a:xfrm>
          <a:prstGeom prst="rect">
            <a:avLst/>
          </a:prstGeom>
        </p:spPr>
      </p:pic>
      <p:pic>
        <p:nvPicPr>
          <p:cNvPr id="14" name="グラフィックス 13" descr="ブライユ点字 単色塗りつぶし">
            <a:extLst>
              <a:ext uri="{FF2B5EF4-FFF2-40B4-BE49-F238E27FC236}">
                <a16:creationId xmlns:a16="http://schemas.microsoft.com/office/drawing/2014/main" id="{75C664AE-A032-FB42-A079-5DD35A532B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327701">
            <a:off x="10664672" y="-995296"/>
            <a:ext cx="2583075" cy="2583075"/>
          </a:xfrm>
          <a:prstGeom prst="rect">
            <a:avLst/>
          </a:prstGeom>
        </p:spPr>
      </p:pic>
      <p:pic>
        <p:nvPicPr>
          <p:cNvPr id="15" name="グラフィックス 14" descr="ブライユ点字 単色塗りつぶし">
            <a:extLst>
              <a:ext uri="{FF2B5EF4-FFF2-40B4-BE49-F238E27FC236}">
                <a16:creationId xmlns:a16="http://schemas.microsoft.com/office/drawing/2014/main" id="{E6146705-C8F5-24EB-C675-B9DFBF690F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3848886">
            <a:off x="9143983" y="-217519"/>
            <a:ext cx="2583075" cy="2583075"/>
          </a:xfrm>
          <a:prstGeom prst="rect">
            <a:avLst/>
          </a:prstGeom>
        </p:spPr>
      </p:pic>
      <p:pic>
        <p:nvPicPr>
          <p:cNvPr id="16" name="グラフィックス 15" descr="ブライユ点字 単色塗りつぶし">
            <a:extLst>
              <a:ext uri="{FF2B5EF4-FFF2-40B4-BE49-F238E27FC236}">
                <a16:creationId xmlns:a16="http://schemas.microsoft.com/office/drawing/2014/main" id="{50EF91DE-9E76-5E67-7BF8-8771F9AF5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580454">
            <a:off x="11276092" y="2046238"/>
            <a:ext cx="2583075" cy="258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147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7923894-255D-BA65-5EA7-53295FEAF29B}"/>
              </a:ext>
            </a:extLst>
          </p:cNvPr>
          <p:cNvSpPr/>
          <p:nvPr/>
        </p:nvSpPr>
        <p:spPr>
          <a:xfrm>
            <a:off x="6381135" y="1857409"/>
            <a:ext cx="4834517" cy="46908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DA984E2-4C7E-D7E0-9603-A0CE74BC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742" y="1857409"/>
            <a:ext cx="2964263" cy="1192053"/>
          </a:xfrm>
        </p:spPr>
        <p:txBody>
          <a:bodyPr rtlCol="0"/>
          <a:lstStyle/>
          <a:p>
            <a:pPr rtl="0"/>
            <a:r>
              <a:rPr lang="ja-JP" dirty="0">
                <a:solidFill>
                  <a:schemeClr val="tx2">
                    <a:lumMod val="76000"/>
                    <a:lumOff val="24000"/>
                  </a:schemeClr>
                </a:solidFill>
                <a:latin typeface="游ゴシック Light"/>
                <a:ea typeface="游ゴシック Light"/>
              </a:rPr>
              <a:t>内容</a:t>
            </a:r>
          </a:p>
        </p:txBody>
      </p:sp>
      <p:sp>
        <p:nvSpPr>
          <p:cNvPr id="21" name="コンテンツ プレースホルダー 20">
            <a:extLst>
              <a:ext uri="{FF2B5EF4-FFF2-40B4-BE49-F238E27FC236}">
                <a16:creationId xmlns:a16="http://schemas.microsoft.com/office/drawing/2014/main" id="{A50CB90F-9D48-F8DD-961F-C3F1AE2B2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3407" y="3685658"/>
            <a:ext cx="4834517" cy="2088779"/>
          </a:xfrm>
        </p:spPr>
        <p:txBody>
          <a:bodyPr vert="horz" lIns="0" tIns="0" rIns="0" bIns="0" rtlCol="0" anchor="t">
            <a:noAutofit/>
          </a:bodyPr>
          <a:lstStyle/>
          <a:p>
            <a:pPr rtl="0"/>
            <a:r>
              <a:rPr lang="ja-JP" altLang="en-US" sz="2400" dirty="0">
                <a:latin typeface="游ゴシック Light"/>
                <a:ea typeface="游ゴシック Light"/>
              </a:rPr>
              <a:t>１．ポジショニングマップ</a:t>
            </a:r>
          </a:p>
          <a:p>
            <a:pPr rtl="0"/>
            <a:r>
              <a:rPr lang="ja-JP" altLang="en-US" sz="2400" dirty="0">
                <a:latin typeface="游ゴシック Light"/>
                <a:ea typeface="游ゴシック Light"/>
              </a:rPr>
              <a:t>２．サービス概要</a:t>
            </a:r>
            <a:endParaRPr lang="en-US" altLang="ja-JP" sz="2400" dirty="0">
              <a:latin typeface="游ゴシック Light"/>
              <a:ea typeface="游ゴシック Light"/>
            </a:endParaRPr>
          </a:p>
          <a:p>
            <a:pPr rtl="0"/>
            <a:r>
              <a:rPr lang="ja-JP" altLang="en-US" sz="2400" dirty="0">
                <a:latin typeface="游ゴシック Light"/>
                <a:ea typeface="游ゴシック Light"/>
              </a:rPr>
              <a:t>３．主な機能</a:t>
            </a:r>
            <a:endParaRPr lang="en-US" altLang="ja-JP" sz="2400" dirty="0">
              <a:latin typeface="游ゴシック Light"/>
              <a:ea typeface="游ゴシック Light"/>
            </a:endParaRPr>
          </a:p>
          <a:p>
            <a:pPr rtl="0"/>
            <a:r>
              <a:rPr lang="ja-JP" altLang="en-US" sz="2400" dirty="0">
                <a:latin typeface="游ゴシック Light"/>
                <a:ea typeface="游ゴシック Light"/>
              </a:rPr>
              <a:t>４．考えられるトラブル</a:t>
            </a:r>
            <a:endParaRPr lang="en-US" altLang="ja-JP" sz="2400" dirty="0">
              <a:latin typeface="游ゴシック Light"/>
              <a:ea typeface="游ゴシック Light"/>
            </a:endParaRPr>
          </a:p>
          <a:p>
            <a:endParaRPr lang="en-US" altLang="ja-JP" sz="2400" dirty="0">
              <a:latin typeface="游ゴシック Light"/>
              <a:ea typeface="游ゴシック Light"/>
            </a:endParaRPr>
          </a:p>
        </p:txBody>
      </p:sp>
      <p:sp>
        <p:nvSpPr>
          <p:cNvPr id="14" name="長方形 13">
            <a:extLst>
              <a:ext uri="{FF2B5EF4-FFF2-40B4-BE49-F238E27FC236}">
                <a16:creationId xmlns:a16="http://schemas.microsoft.com/office/drawing/2014/main" id="{0D15BEAD-012C-AF1F-9EBB-243A511C9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107" y="638594"/>
            <a:ext cx="2743200" cy="133643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長方形 15">
            <a:extLst>
              <a:ext uri="{FF2B5EF4-FFF2-40B4-BE49-F238E27FC236}">
                <a16:creationId xmlns:a16="http://schemas.microsoft.com/office/drawing/2014/main" id="{2D578531-1E9F-3E5A-7A85-E9CA9A5C7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072" y="2918445"/>
            <a:ext cx="251791" cy="207150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画像 9" descr="A blue circle with a black text&#10;&#10;AI-generated content may be incorrect.">
            <a:extLst>
              <a:ext uri="{FF2B5EF4-FFF2-40B4-BE49-F238E27FC236}">
                <a16:creationId xmlns:a16="http://schemas.microsoft.com/office/drawing/2014/main" id="{6ED6EC8C-76A6-3D92-7E39-57AA7CCF1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7911" y="2393641"/>
            <a:ext cx="4495282" cy="380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735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3B69B-6622-C4A4-E6D2-9DB78F60F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EE6E6E-47BF-4B12-3957-C58811FCBA8F}"/>
              </a:ext>
            </a:extLst>
          </p:cNvPr>
          <p:cNvSpPr/>
          <p:nvPr/>
        </p:nvSpPr>
        <p:spPr>
          <a:xfrm>
            <a:off x="504202" y="1359668"/>
            <a:ext cx="10849599" cy="51325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17ACD0-035C-E39E-1E0C-DFBC38E9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97" y="37490"/>
            <a:ext cx="10256808" cy="1081148"/>
          </a:xfrm>
        </p:spPr>
        <p:txBody>
          <a:bodyPr>
            <a:normAutofit fontScale="90000"/>
          </a:bodyPr>
          <a:lstStyle/>
          <a:p>
            <a:br>
              <a:rPr lang="en-US" altLang="ja-JP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游ゴシック Light"/>
                <a:ea typeface="游ゴシック Light"/>
                <a:cs typeface="+mj-lt"/>
              </a:rPr>
            </a:br>
            <a:r>
              <a:rPr lang="ja-JP" altLang="en-US" sz="53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游ゴシック Light"/>
                <a:ea typeface="游ゴシック Light"/>
                <a:cs typeface="+mj-lt"/>
              </a:rPr>
              <a:t>サービス概要</a:t>
            </a:r>
            <a:endParaRPr lang="ja-JP" altLang="en-US" sz="5300" dirty="0">
              <a:ea typeface="游ゴシック Ligh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1D5D7D-FB92-13B2-4F9A-6AA5B2237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595" y="1958756"/>
            <a:ext cx="10256809" cy="393439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ja-JP" altLang="en-US" sz="4800" dirty="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サービス名：モノタル</a:t>
            </a:r>
            <a:endParaRPr lang="en-US" altLang="ja-JP" sz="4800" dirty="0">
              <a:solidFill>
                <a:srgbClr val="000000"/>
              </a:solidFill>
              <a:latin typeface="游ゴシック Light"/>
              <a:ea typeface="游ゴシック Light"/>
              <a:cs typeface="+mn-lt"/>
            </a:endParaRPr>
          </a:p>
          <a:p>
            <a:pPr marL="0" indent="0">
              <a:buNone/>
            </a:pPr>
            <a:endParaRPr lang="en-US" altLang="ja-JP" sz="4800" dirty="0">
              <a:solidFill>
                <a:srgbClr val="000000"/>
              </a:solidFill>
              <a:latin typeface="游ゴシック Light"/>
              <a:ea typeface="游ゴシック Light"/>
              <a:cs typeface="+mn-lt"/>
            </a:endParaRPr>
          </a:p>
          <a:p>
            <a:pPr marL="0" indent="0">
              <a:buNone/>
            </a:pPr>
            <a:r>
              <a:rPr lang="ja-JP" altLang="en-US" sz="4800" dirty="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サービス概要：ユーザー間での物の貸し借りをする</a:t>
            </a:r>
            <a:r>
              <a:rPr lang="en-US" altLang="ja-JP" sz="4800" dirty="0" err="1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CtoC</a:t>
            </a:r>
            <a:r>
              <a:rPr lang="ja-JP" altLang="en-US" sz="4800" dirty="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サイト</a:t>
            </a:r>
            <a:endParaRPr lang="en-US" sz="4800" dirty="0">
              <a:solidFill>
                <a:srgbClr val="000000"/>
              </a:solidFill>
              <a:latin typeface="游ゴシック Light"/>
              <a:ea typeface="游ゴシック Light"/>
            </a:endParaRPr>
          </a:p>
        </p:txBody>
      </p:sp>
      <p:pic>
        <p:nvPicPr>
          <p:cNvPr id="3" name="Graphic 2" descr="Chevron arrows outline">
            <a:extLst>
              <a:ext uri="{FF2B5EF4-FFF2-40B4-BE49-F238E27FC236}">
                <a16:creationId xmlns:a16="http://schemas.microsoft.com/office/drawing/2014/main" id="{30DF439C-0756-3074-E199-7B82CAF05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339283" y="339841"/>
            <a:ext cx="914400" cy="914400"/>
          </a:xfrm>
          <a:prstGeom prst="rect">
            <a:avLst/>
          </a:prstGeom>
        </p:spPr>
      </p:pic>
      <p:pic>
        <p:nvPicPr>
          <p:cNvPr id="5" name="画像 9" descr="A blue circle with a black text&#10;&#10;AI-generated content may be incorrect.">
            <a:extLst>
              <a:ext uri="{FF2B5EF4-FFF2-40B4-BE49-F238E27FC236}">
                <a16:creationId xmlns:a16="http://schemas.microsoft.com/office/drawing/2014/main" id="{8CC53812-E168-6D4E-6189-94CBC2A911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06578" y="245224"/>
            <a:ext cx="2389199" cy="202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15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1BE2-0979-1E7A-86CE-465470B5A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7E4569-3338-EC79-52FC-1E659972F9E2}"/>
              </a:ext>
            </a:extLst>
          </p:cNvPr>
          <p:cNvSpPr/>
          <p:nvPr/>
        </p:nvSpPr>
        <p:spPr>
          <a:xfrm>
            <a:off x="504201" y="1420989"/>
            <a:ext cx="10849599" cy="47969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1B2FE-3669-E96F-29C1-87AE90B0C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597" y="57291"/>
            <a:ext cx="10256808" cy="1081148"/>
          </a:xfrm>
        </p:spPr>
        <p:txBody>
          <a:bodyPr>
            <a:normAutofit fontScale="90000"/>
          </a:bodyPr>
          <a:lstStyle/>
          <a:p>
            <a:br>
              <a:rPr lang="en-US" altLang="ja-JP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游ゴシック Light"/>
                <a:ea typeface="游ゴシック Light"/>
                <a:cs typeface="+mj-lt"/>
              </a:rPr>
            </a:br>
            <a:r>
              <a:rPr lang="ja-JP" altLang="en-US" sz="53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游ゴシック Light"/>
                <a:ea typeface="游ゴシック Light"/>
                <a:cs typeface="+mj-lt"/>
              </a:rPr>
              <a:t>主な機能</a:t>
            </a:r>
            <a:endParaRPr lang="ja-JP" altLang="en-US" sz="5300" dirty="0">
              <a:ea typeface="游ゴシック Ligh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2C146-431D-32BE-D2D2-8F28B85BA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595" y="2141636"/>
            <a:ext cx="7231525" cy="393439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altLang="ja-JP" sz="4800" dirty="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-</a:t>
            </a:r>
            <a:r>
              <a:rPr lang="ja-JP" altLang="en-US" sz="4800" dirty="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 レンタル機能</a:t>
            </a:r>
            <a:endParaRPr lang="en-US" altLang="ja-JP" sz="4800" dirty="0">
              <a:solidFill>
                <a:srgbClr val="000000"/>
              </a:solidFill>
              <a:latin typeface="游ゴシック Light"/>
              <a:ea typeface="游ゴシック Light"/>
              <a:cs typeface="+mn-lt"/>
            </a:endParaRPr>
          </a:p>
          <a:p>
            <a:pPr marL="0" indent="0">
              <a:buNone/>
            </a:pPr>
            <a:endParaRPr lang="en-US" altLang="ja-JP" sz="4800" dirty="0">
              <a:solidFill>
                <a:srgbClr val="000000"/>
              </a:solidFill>
              <a:latin typeface="游ゴシック Light"/>
              <a:ea typeface="游ゴシック Light"/>
              <a:cs typeface="+mn-lt"/>
            </a:endParaRPr>
          </a:p>
          <a:p>
            <a:pPr marL="0" indent="0">
              <a:buNone/>
            </a:pPr>
            <a:r>
              <a:rPr lang="en-US" altLang="ja-JP" sz="4800" dirty="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- </a:t>
            </a:r>
            <a:r>
              <a:rPr lang="ja-JP" altLang="en-US" sz="4800" dirty="0">
                <a:solidFill>
                  <a:srgbClr val="000000"/>
                </a:solidFill>
                <a:latin typeface="游ゴシック Light"/>
                <a:ea typeface="游ゴシック Light"/>
                <a:cs typeface="+mn-lt"/>
              </a:rPr>
              <a:t>コミュニティ機能</a:t>
            </a:r>
            <a:endParaRPr lang="en-US" altLang="ja-JP" sz="4800" dirty="0">
              <a:solidFill>
                <a:srgbClr val="000000"/>
              </a:solidFill>
              <a:latin typeface="游ゴシック Light"/>
              <a:ea typeface="游ゴシック Light"/>
              <a:cs typeface="+mn-lt"/>
            </a:endParaRPr>
          </a:p>
          <a:p>
            <a:pPr marL="0" indent="0">
              <a:buNone/>
            </a:pPr>
            <a:endParaRPr lang="en-US" altLang="ja-JP" sz="4400" dirty="0">
              <a:solidFill>
                <a:srgbClr val="000000"/>
              </a:solidFill>
              <a:latin typeface="游ゴシック Light"/>
              <a:ea typeface="游ゴシック Light"/>
              <a:cs typeface="+mn-lt"/>
            </a:endParaRPr>
          </a:p>
        </p:txBody>
      </p:sp>
      <p:pic>
        <p:nvPicPr>
          <p:cNvPr id="3" name="Graphic 2" descr="Chevron arrows outline">
            <a:extLst>
              <a:ext uri="{FF2B5EF4-FFF2-40B4-BE49-F238E27FC236}">
                <a16:creationId xmlns:a16="http://schemas.microsoft.com/office/drawing/2014/main" id="{9ED30B2F-F82C-6E8D-621B-EBAB22B2B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339283" y="3398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148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B4292-1C67-BE3B-CF66-9B0D625B5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AD9359-3A93-38F8-90F8-29DACC0AC5E2}"/>
              </a:ext>
            </a:extLst>
          </p:cNvPr>
          <p:cNvSpPr/>
          <p:nvPr/>
        </p:nvSpPr>
        <p:spPr>
          <a:xfrm>
            <a:off x="4577972" y="1106484"/>
            <a:ext cx="7260299" cy="524394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B791E6-9ECD-7EFE-66A4-01ED696E9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96" y="25336"/>
            <a:ext cx="5128404" cy="1081148"/>
          </a:xfrm>
        </p:spPr>
        <p:txBody>
          <a:bodyPr>
            <a:normAutofit fontScale="90000"/>
          </a:bodyPr>
          <a:lstStyle/>
          <a:p>
            <a:pPr marL="285750" indent="-285750">
              <a:buFont typeface="Arial,Sans-Serif"/>
              <a:buChar char="•"/>
            </a:pPr>
            <a:endParaRPr lang="en-US" altLang="ja-JP" sz="3200" dirty="0">
              <a:solidFill>
                <a:schemeClr val="tx2">
                  <a:lumMod val="90000"/>
                  <a:lumOff val="10000"/>
                </a:schemeClr>
              </a:solidFill>
              <a:latin typeface="游ゴシック"/>
              <a:ea typeface="游ゴシック Light"/>
            </a:endParaRPr>
          </a:p>
          <a:p>
            <a:r>
              <a:rPr lang="ja-JP" altLang="en-US" b="1" dirty="0">
                <a:solidFill>
                  <a:schemeClr val="tx2">
                    <a:lumMod val="75000"/>
                    <a:lumOff val="25000"/>
                  </a:schemeClr>
                </a:solidFill>
                <a:ea typeface="游ゴシック Light"/>
              </a:rPr>
              <a:t>考えられるトラブル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C21AC5-642A-2C92-B4D5-7DB192FF1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5640" y="1673925"/>
            <a:ext cx="6604961" cy="393439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ja-JP" altLang="en-US" sz="3200" dirty="0">
                <a:solidFill>
                  <a:schemeClr val="tx2">
                    <a:lumMod val="90000"/>
                    <a:lumOff val="10000"/>
                  </a:schemeClr>
                </a:solidFill>
                <a:latin typeface="游ゴシック"/>
                <a:ea typeface="游ゴシック"/>
                <a:cs typeface="+mn-lt"/>
              </a:rPr>
              <a:t>　</a:t>
            </a: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3" name="Graphic 2" descr="Chevron arrows outline">
            <a:extLst>
              <a:ext uri="{FF2B5EF4-FFF2-40B4-BE49-F238E27FC236}">
                <a16:creationId xmlns:a16="http://schemas.microsoft.com/office/drawing/2014/main" id="{9CEA1D43-188C-E422-2A3E-0A84ECED0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499607" y="240822"/>
            <a:ext cx="914400" cy="914400"/>
          </a:xfrm>
          <a:prstGeom prst="rect">
            <a:avLst/>
          </a:prstGeom>
        </p:spPr>
      </p:pic>
      <p:pic>
        <p:nvPicPr>
          <p:cNvPr id="8" name="グラフィックス 7" descr="コメント: 火 単色塗りつぶし">
            <a:extLst>
              <a:ext uri="{FF2B5EF4-FFF2-40B4-BE49-F238E27FC236}">
                <a16:creationId xmlns:a16="http://schemas.microsoft.com/office/drawing/2014/main" id="{4D9E944D-BAA8-0103-7D93-ED45A0BA4D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315" y="2217276"/>
            <a:ext cx="3391044" cy="3391044"/>
          </a:xfrm>
          <a:prstGeom prst="rect">
            <a:avLst/>
          </a:prstGeom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EAC98CE-36BA-3A5E-FFD0-A3DF90FCE135}"/>
              </a:ext>
            </a:extLst>
          </p:cNvPr>
          <p:cNvSpPr txBox="1">
            <a:spLocks/>
          </p:cNvSpPr>
          <p:nvPr/>
        </p:nvSpPr>
        <p:spPr>
          <a:xfrm>
            <a:off x="4914267" y="1747513"/>
            <a:ext cx="6924004" cy="42010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3200" dirty="0">
                <a:solidFill>
                  <a:schemeClr val="tx2">
                    <a:lumMod val="90000"/>
                    <a:lumOff val="10000"/>
                  </a:schemeClr>
                </a:solidFill>
                <a:ea typeface="游ゴシック"/>
                <a:cs typeface="+mn-lt"/>
              </a:rPr>
              <a:t>－　商品が破損した状態で送られる、返される</a:t>
            </a:r>
            <a:endParaRPr lang="en-US" altLang="ja-JP" sz="3200" dirty="0">
              <a:solidFill>
                <a:schemeClr val="tx2">
                  <a:lumMod val="90000"/>
                  <a:lumOff val="10000"/>
                </a:schemeClr>
              </a:solidFill>
              <a:ea typeface="游ゴシック"/>
              <a:cs typeface="+mn-lt"/>
            </a:endParaRPr>
          </a:p>
          <a:p>
            <a:pPr marL="0" indent="0">
              <a:buNone/>
            </a:pPr>
            <a:endParaRPr lang="en-US" altLang="ja-JP" sz="3200" dirty="0">
              <a:solidFill>
                <a:schemeClr val="tx2">
                  <a:lumMod val="90000"/>
                  <a:lumOff val="10000"/>
                </a:schemeClr>
              </a:solidFill>
              <a:latin typeface="游ゴシック"/>
              <a:ea typeface="游ゴシック"/>
              <a:cs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sz="3200" dirty="0">
                <a:solidFill>
                  <a:schemeClr val="tx2">
                    <a:lumMod val="90000"/>
                    <a:lumOff val="10000"/>
                  </a:schemeClr>
                </a:solidFill>
                <a:ea typeface="游ゴシック"/>
                <a:cs typeface="+mn-lt"/>
              </a:rPr>
              <a:t>－　取引相手が発送やレンタルの期間を守らない</a:t>
            </a:r>
            <a:endParaRPr lang="en-US" altLang="ja-JP" sz="3200" dirty="0">
              <a:solidFill>
                <a:schemeClr val="tx2">
                  <a:lumMod val="90000"/>
                  <a:lumOff val="10000"/>
                </a:schemeClr>
              </a:solidFill>
              <a:ea typeface="游ゴシック"/>
              <a:cs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274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FB5C4-F905-D06E-3FBA-071E058F7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5EFF1B-487B-BDA9-E94A-AAC41FD8DFD4}"/>
              </a:ext>
            </a:extLst>
          </p:cNvPr>
          <p:cNvSpPr/>
          <p:nvPr/>
        </p:nvSpPr>
        <p:spPr>
          <a:xfrm>
            <a:off x="5499607" y="1143566"/>
            <a:ext cx="6385561" cy="548526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BFA442-B0B8-59C8-7EAF-84E2CF40C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03" y="229166"/>
            <a:ext cx="5128404" cy="1081148"/>
          </a:xfrm>
        </p:spPr>
        <p:txBody>
          <a:bodyPr>
            <a:normAutofit/>
          </a:bodyPr>
          <a:lstStyle/>
          <a:p>
            <a:r>
              <a:rPr lang="ja-JP" altLang="en-US" sz="4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游ゴシック"/>
                <a:ea typeface="游ゴシック Light"/>
              </a:rPr>
              <a:t>それに対する対策</a:t>
            </a:r>
            <a:endParaRPr lang="en-US" altLang="ja-JP" sz="4800" b="1" dirty="0">
              <a:solidFill>
                <a:schemeClr val="tx2">
                  <a:lumMod val="90000"/>
                  <a:lumOff val="10000"/>
                </a:schemeClr>
              </a:solidFill>
              <a:latin typeface="游ゴシック"/>
              <a:ea typeface="游ゴシック Ligh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4C7AA3-16D2-1E45-CDBE-BC8C1CEE5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57966"/>
            <a:ext cx="4994787" cy="408719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ja-JP" altLang="en-US" sz="4400" dirty="0">
                <a:solidFill>
                  <a:schemeClr val="tx2">
                    <a:lumMod val="90000"/>
                    <a:lumOff val="10000"/>
                  </a:schemeClr>
                </a:solidFill>
                <a:ea typeface="游ゴシック"/>
                <a:cs typeface="+mn-lt"/>
              </a:rPr>
              <a:t>－　本人確認</a:t>
            </a:r>
            <a:endParaRPr lang="en-US" altLang="ja-JP" sz="4400" dirty="0">
              <a:solidFill>
                <a:schemeClr val="tx2">
                  <a:lumMod val="90000"/>
                  <a:lumOff val="10000"/>
                </a:schemeClr>
              </a:solidFill>
              <a:latin typeface="游ゴシック"/>
              <a:ea typeface="游ゴシック"/>
              <a:cs typeface="+mn-lt"/>
            </a:endParaRPr>
          </a:p>
          <a:p>
            <a:pPr marL="0" indent="0">
              <a:buNone/>
            </a:pPr>
            <a:r>
              <a:rPr lang="ja-JP" altLang="en-US" sz="4400" dirty="0">
                <a:solidFill>
                  <a:schemeClr val="tx2">
                    <a:lumMod val="90000"/>
                    <a:lumOff val="10000"/>
                  </a:schemeClr>
                </a:solidFill>
                <a:latin typeface="游ゴシック"/>
                <a:ea typeface="游ゴシック"/>
                <a:cs typeface="+mn-lt"/>
              </a:rPr>
              <a:t>－　保険機能</a:t>
            </a:r>
            <a:endParaRPr lang="en-US" altLang="ja-JP" sz="4400" dirty="0">
              <a:solidFill>
                <a:schemeClr val="tx2">
                  <a:lumMod val="90000"/>
                  <a:lumOff val="10000"/>
                </a:schemeClr>
              </a:solidFill>
              <a:latin typeface="游ゴシック"/>
              <a:ea typeface="游ゴシック"/>
              <a:cs typeface="+mn-lt"/>
            </a:endParaRPr>
          </a:p>
          <a:p>
            <a:pPr marL="0" indent="0">
              <a:buNone/>
            </a:pPr>
            <a:r>
              <a:rPr lang="ja-JP" altLang="en-US" sz="4400" dirty="0">
                <a:solidFill>
                  <a:schemeClr val="tx2">
                    <a:lumMod val="90000"/>
                    <a:lumOff val="10000"/>
                  </a:schemeClr>
                </a:solidFill>
                <a:ea typeface="游ゴシック"/>
                <a:cs typeface="+mn-lt"/>
              </a:rPr>
              <a:t>－　レビュー</a:t>
            </a:r>
            <a:endParaRPr lang="en-US" altLang="ja-JP" sz="4400" dirty="0">
              <a:solidFill>
                <a:schemeClr val="tx2">
                  <a:lumMod val="90000"/>
                  <a:lumOff val="10000"/>
                </a:schemeClr>
              </a:solidFill>
              <a:ea typeface="游ゴシック"/>
              <a:cs typeface="+mn-lt"/>
            </a:endParaRPr>
          </a:p>
          <a:p>
            <a:pPr marL="0" indent="0">
              <a:buNone/>
            </a:pPr>
            <a:r>
              <a:rPr lang="ja-JP" altLang="en-US" sz="4400" dirty="0">
                <a:solidFill>
                  <a:schemeClr val="tx2">
                    <a:lumMod val="90000"/>
                    <a:lumOff val="10000"/>
                  </a:schemeClr>
                </a:solidFill>
                <a:ea typeface="游ゴシック"/>
                <a:cs typeface="+mn-lt"/>
              </a:rPr>
              <a:t>－　取引確認</a:t>
            </a:r>
            <a:endParaRPr lang="en-US" altLang="ja-JP" sz="4400" dirty="0">
              <a:solidFill>
                <a:schemeClr val="tx2">
                  <a:lumMod val="90000"/>
                  <a:lumOff val="10000"/>
                </a:schemeClr>
              </a:solidFill>
              <a:ea typeface="游ゴシック"/>
              <a:cs typeface="+mn-lt"/>
            </a:endParaRPr>
          </a:p>
          <a:p>
            <a:pPr marL="0" indent="0">
              <a:buNone/>
            </a:pPr>
            <a:endParaRPr lang="en-US" sz="3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3" name="Graphic 2" descr="Chevron arrows outline">
            <a:extLst>
              <a:ext uri="{FF2B5EF4-FFF2-40B4-BE49-F238E27FC236}">
                <a16:creationId xmlns:a16="http://schemas.microsoft.com/office/drawing/2014/main" id="{30445C51-A3C5-4FC7-8E70-DAD0C2AD7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096000" y="229166"/>
            <a:ext cx="914400" cy="914400"/>
          </a:xfrm>
          <a:prstGeom prst="rect">
            <a:avLst/>
          </a:prstGeom>
        </p:spPr>
      </p:pic>
      <p:pic>
        <p:nvPicPr>
          <p:cNvPr id="8" name="グラフィックス 7" descr="ブレーンストーミング 単色塗りつぶし">
            <a:extLst>
              <a:ext uri="{FF2B5EF4-FFF2-40B4-BE49-F238E27FC236}">
                <a16:creationId xmlns:a16="http://schemas.microsoft.com/office/drawing/2014/main" id="{83753F57-88CF-88E6-0860-0D5C863A90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3021" y="2283816"/>
            <a:ext cx="3204767" cy="320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146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92</Words>
  <Application>Microsoft Office PowerPoint</Application>
  <PresentationFormat>ワイド画面</PresentationFormat>
  <Paragraphs>27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Arial,Sans-Serif</vt:lpstr>
      <vt:lpstr>Meiryo UI</vt:lpstr>
      <vt:lpstr>游ゴシック</vt:lpstr>
      <vt:lpstr>游ゴシック Light</vt:lpstr>
      <vt:lpstr>Arial</vt:lpstr>
      <vt:lpstr>Calibri</vt:lpstr>
      <vt:lpstr>Office テーマ</vt:lpstr>
      <vt:lpstr>モノタル 企画説明書</vt:lpstr>
      <vt:lpstr>内容</vt:lpstr>
      <vt:lpstr> サービス概要</vt:lpstr>
      <vt:lpstr> 主な機能</vt:lpstr>
      <vt:lpstr> 考えられるトラブル</vt:lpstr>
      <vt:lpstr>それに対する対策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JR</dc:creator>
  <cp:lastModifiedBy>Alex JR</cp:lastModifiedBy>
  <cp:revision>4</cp:revision>
  <dcterms:created xsi:type="dcterms:W3CDTF">2025-06-30T00:39:23Z</dcterms:created>
  <dcterms:modified xsi:type="dcterms:W3CDTF">2025-09-08T07:55:00Z</dcterms:modified>
</cp:coreProperties>
</file>